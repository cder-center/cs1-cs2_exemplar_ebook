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16"/>
  </p:notesMasterIdLst>
  <p:sldIdLst>
    <p:sldId id="256" r:id="rId2"/>
    <p:sldId id="257" r:id="rId3"/>
    <p:sldId id="258" r:id="rId4"/>
    <p:sldId id="259" r:id="rId5"/>
    <p:sldId id="269" r:id="rId6"/>
    <p:sldId id="270" r:id="rId7"/>
    <p:sldId id="271" r:id="rId8"/>
    <p:sldId id="272" r:id="rId9"/>
    <p:sldId id="273" r:id="rId10"/>
    <p:sldId id="274" r:id="rId11"/>
    <p:sldId id="280" r:id="rId12"/>
    <p:sldId id="281" r:id="rId13"/>
    <p:sldId id="278" r:id="rId14"/>
    <p:sldId id="276" r:id="rId15"/>
  </p:sldIdLst>
  <p:sldSz cx="13004800" cy="9753600"/>
  <p:notesSz cx="6858000" cy="9144000"/>
  <p:embeddedFontLst>
    <p:embeddedFont>
      <p:font typeface="Amatic SC" panose="00000500000000000000" pitchFamily="2" charset="-79"/>
      <p:regular r:id="rId17"/>
      <p:bold r:id="rId18"/>
    </p:embeddedFont>
    <p:embeddedFont>
      <p:font typeface="Helvetica Neue" panose="020B0604020202020204" charset="0"/>
      <p:regular r:id="rId19"/>
      <p:bold r:id="rId20"/>
      <p:italic r:id="rId21"/>
      <p:boldItalic r:id="rId22"/>
    </p:embeddedFont>
    <p:embeddedFont>
      <p:font typeface="Helvetica Neue Light" panose="020B0604020202020204" charset="0"/>
      <p:regular r:id="rId23"/>
      <p:bold r:id="rId24"/>
      <p:italic r:id="rId25"/>
      <p:boldItalic r:id="rId26"/>
    </p:embeddedFont>
    <p:embeddedFont>
      <p:font typeface="Roboto" panose="02000000000000000000" pitchFamily="2" charset="0"/>
      <p:regular r:id="rId27"/>
      <p:bold r:id="rId28"/>
      <p:italic r:id="rId29"/>
      <p:boldItalic r:id="rId30"/>
    </p:embeddedFont>
    <p:embeddedFont>
      <p:font typeface="Source Code Pro" panose="020B0509030403020204" pitchFamily="49"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F3FF9FF-30A8-4A07-82AC-25460532CD3F}">
  <a:tblStyle styleId="{8F3FF9FF-30A8-4A07-82AC-25460532CD3F}" styleName="Table_0">
    <a:wholeTbl>
      <a:tcTxStyle b="off" i="off">
        <a:font>
          <a:latin typeface="Helvetica Neue Medium"/>
          <a:ea typeface="Helvetica Neue Medium"/>
          <a:cs typeface="Helvetica Neue Medium"/>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FFFFFF">
              <a:alpha val="0"/>
            </a:srgbClr>
          </a:solidFill>
        </a:fill>
      </a:tcStyle>
    </a:wholeTbl>
    <a:band1H>
      <a:tcTxStyle/>
      <a:tcStyle>
        <a:tcBdr/>
        <a:fill>
          <a:solidFill>
            <a:schemeClr val="accent5">
              <a:alpha val="20000"/>
            </a:schemeClr>
          </a:solidFill>
        </a:fill>
      </a:tcStyle>
    </a:band1H>
    <a:band2H>
      <a:tcTxStyle/>
      <a:tcStyle>
        <a:tcBdr/>
      </a:tcStyle>
    </a:band2H>
    <a:band1V>
      <a:tcTxStyle/>
      <a:tcStyle>
        <a:tcBdr/>
        <a:fill>
          <a:solidFill>
            <a:schemeClr val="accent5">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5"/>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B6CB7612-968D-4108-AD61-02757111DA16}" styleName="Table_1">
    <a:wholeTbl>
      <a:tcTxStyle b="off" i="off">
        <a:font>
          <a:latin typeface="Helvetica Neue Medium"/>
          <a:ea typeface="Helvetica Neue Medium"/>
          <a:cs typeface="Helvetica Neue Medium"/>
        </a:font>
        <a:schemeClr val="dk1"/>
      </a:tcTxStyle>
      <a:tcStyle>
        <a:tcBdr>
          <a:left>
            <a:ln w="12700" cap="flat" cmpd="sng">
              <a:solidFill>
                <a:schemeClr val="accent3"/>
              </a:solidFill>
              <a:prstDash val="solid"/>
              <a:round/>
              <a:headEnd type="none" w="sm" len="sm"/>
              <a:tailEnd type="none" w="sm" len="sm"/>
            </a:ln>
          </a:left>
          <a:right>
            <a:ln w="12700" cap="flat" cmpd="sng">
              <a:solidFill>
                <a:schemeClr val="accent3"/>
              </a:solidFill>
              <a:prstDash val="solid"/>
              <a:round/>
              <a:headEnd type="none" w="sm" len="sm"/>
              <a:tailEnd type="none" w="sm" len="sm"/>
            </a:ln>
          </a:right>
          <a:top>
            <a:ln w="12700" cap="flat" cmpd="sng">
              <a:solidFill>
                <a:schemeClr val="accent3"/>
              </a:solidFill>
              <a:prstDash val="solid"/>
              <a:round/>
              <a:headEnd type="none" w="sm" len="sm"/>
              <a:tailEnd type="none" w="sm" len="sm"/>
            </a:ln>
          </a:top>
          <a:bottom>
            <a:ln w="12700" cap="flat" cmpd="sng">
              <a:solidFill>
                <a:schemeClr val="accent3"/>
              </a:solidFill>
              <a:prstDash val="solid"/>
              <a:round/>
              <a:headEnd type="none" w="sm" len="sm"/>
              <a:tailEnd type="none" w="sm" len="sm"/>
            </a:ln>
          </a:bottom>
          <a:insideH>
            <a:ln w="12700" cap="flat" cmpd="sng">
              <a:solidFill>
                <a:schemeClr val="accent3"/>
              </a:solidFill>
              <a:prstDash val="solid"/>
              <a:round/>
              <a:headEnd type="none" w="sm" len="sm"/>
              <a:tailEnd type="none" w="sm" len="sm"/>
            </a:ln>
          </a:insideH>
          <a:insideV>
            <a:ln w="12700" cap="flat" cmpd="sng">
              <a:solidFill>
                <a:schemeClr val="accent3"/>
              </a:solidFill>
              <a:prstDash val="solid"/>
              <a:round/>
              <a:headEnd type="none" w="sm" len="sm"/>
              <a:tailEnd type="none" w="sm" len="sm"/>
            </a:ln>
          </a:insideV>
        </a:tcBdr>
        <a:fill>
          <a:solidFill>
            <a:srgbClr val="FFFFFF">
              <a:alpha val="0"/>
            </a:srgbClr>
          </a:solidFill>
        </a:fill>
      </a:tcStyle>
    </a:wholeTbl>
    <a:band1H>
      <a:tcTxStyle/>
      <a:tcStyle>
        <a:tcBdr/>
        <a:fill>
          <a:solidFill>
            <a:schemeClr val="accent3">
              <a:alpha val="20000"/>
            </a:schemeClr>
          </a:solidFill>
        </a:fill>
      </a:tcStyle>
    </a:band1H>
    <a:band2H>
      <a:tcTxStyle/>
      <a:tcStyle>
        <a:tcBdr/>
      </a:tcStyle>
    </a:band2H>
    <a:band1V>
      <a:tcTxStyle/>
      <a:tcStyle>
        <a:tcBdr/>
        <a:fill>
          <a:solidFill>
            <a:schemeClr val="accent3">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3"/>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3"/>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386" autoAdjust="0"/>
  </p:normalViewPr>
  <p:slideViewPr>
    <p:cSldViewPr snapToGrid="0">
      <p:cViewPr varScale="1">
        <p:scale>
          <a:sx n="50" d="100"/>
          <a:sy n="50" d="100"/>
        </p:scale>
        <p:origin x="212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21" Type="http://schemas.openxmlformats.org/officeDocument/2006/relationships/font" Target="fonts/font5.fntdata"/><Relationship Id="rId34" Type="http://schemas.openxmlformats.org/officeDocument/2006/relationships/font" Target="fonts/font1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1pPr>
            <a:lvl2pPr marL="914400" marR="0" lvl="1"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2pPr>
            <a:lvl3pPr marL="1371600" marR="0" lvl="2"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3pPr>
            <a:lvl4pPr marL="1828800" marR="0" lvl="3"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4pPr>
            <a:lvl5pPr marL="2286000" marR="0" lvl="4"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5pPr>
            <a:lvl6pPr marL="2743200" marR="0" lvl="5"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6pPr>
            <a:lvl7pPr marL="3200400" marR="0" lvl="6"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7pPr>
            <a:lvl8pPr marL="3657600" marR="0" lvl="7"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8pPr>
            <a:lvl9pPr marL="4114800" marR="0" lvl="8"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 name="Google Shape;71;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dirty="0"/>
              <a:t>Good afternoon students. As I had mentioned in our last class, today we will work on an unplugged and plugged-in activity to learn some fundamental concepts of PDC. </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8" name="Google Shape;78;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a:t>Here is the plan for the class today. [then go over the outline]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 name="Google Shape;84;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dirty="0"/>
              <a:t>In the last few years all laptops, desktops and servers have switched to having one or more multicore processors, with increased performance for applications running on those machines coming from application parallelization instead of increasing clock speeds. Even tablets and smartphones (both Android and iOS based devices) and music players (e.g., the Apple iPod Touch) utilize multicore processors. This shift in processor architectures has made waiting until graduate courses to learn parallelism untenable as it leaves students unprepared for the workforce and for performing graduate level work in many important areas of computer science. Therefore the IEEE TCPP along with NSF and ACM have taken an initiative to mandate the introduction of PDC at an undergrad level. This work is also a research step towards that initiative. For more info visit the link on the slide.</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0" name="Google Shape;90;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dirty="0"/>
              <a:t>We will look at one short video to understand the basic concept behind parallel computing. If you are interested in learning more then refer to the links on this slide.</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8" name="Google Shape;168;p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a:t>This activity involves a concept we have learnt in class called sorting. We will also learn how we can use parallelism to improve sorting performance.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8" name="Google Shape;198;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17999"/>
              </a:lnSpc>
              <a:spcBef>
                <a:spcPts val="0"/>
              </a:spcBef>
              <a:spcAft>
                <a:spcPts val="0"/>
              </a:spcAft>
              <a:buSzPts val="2200"/>
              <a:buFont typeface="Helvetica Neue"/>
              <a:buNone/>
            </a:pPr>
            <a:r>
              <a:rPr lang="en-US"/>
              <a:t>Now discuss among your group what aspects of parallel computing you learnt from the activity [allow 5 mins, then give time for questions to the teacher]</a:t>
            </a:r>
            <a:endParaRPr/>
          </a:p>
          <a:p>
            <a:pPr marL="0" lvl="0" indent="0" algn="l" rtl="0">
              <a:lnSpc>
                <a:spcPct val="117999"/>
              </a:lnSpc>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8" name="Google Shape;168;p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a:t>This activity involves a concept we have learnt in class called sorting. We will also learn how we can use parallelism to improve sorting performance.</a:t>
            </a:r>
            <a:endParaRPr/>
          </a:p>
        </p:txBody>
      </p:sp>
    </p:spTree>
    <p:extLst>
      <p:ext uri="{BB962C8B-B14F-4D97-AF65-F5344CB8AC3E}">
        <p14:creationId xmlns:p14="http://schemas.microsoft.com/office/powerpoint/2010/main" val="27104535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mp; Sub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1270000" y="1638300"/>
            <a:ext cx="10464800" cy="3302000"/>
          </a:xfrm>
          <a:prstGeom prst="rect">
            <a:avLst/>
          </a:prstGeom>
          <a:noFill/>
          <a:ln>
            <a:noFill/>
          </a:ln>
        </p:spPr>
        <p:txBody>
          <a:bodyPr spcFirstLastPara="1" wrap="square" lIns="50800" tIns="50800" rIns="50800" bIns="50800" anchor="b" anchorCtr="0">
            <a:no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1" name="Google Shape;11;p2"/>
          <p:cNvSpPr txBox="1">
            <a:spLocks noGrp="1"/>
          </p:cNvSpPr>
          <p:nvPr>
            <p:ph type="body" idx="1"/>
          </p:nvPr>
        </p:nvSpPr>
        <p:spPr>
          <a:xfrm>
            <a:off x="1270000" y="5041900"/>
            <a:ext cx="10464800" cy="1130300"/>
          </a:xfrm>
          <a:prstGeom prst="rect">
            <a:avLst/>
          </a:prstGeom>
          <a:noFill/>
          <a:ln>
            <a:noFill/>
          </a:ln>
        </p:spPr>
        <p:txBody>
          <a:bodyPr spcFirstLastPara="1" wrap="square" lIns="50800" tIns="50800" rIns="50800" bIns="50800" anchor="t" anchorCtr="0">
            <a:noAutofit/>
          </a:bodyPr>
          <a:lstStyle>
            <a:lvl1pPr marL="457200" lvl="0" indent="-228600" algn="ctr">
              <a:lnSpc>
                <a:spcPct val="100000"/>
              </a:lnSpc>
              <a:spcBef>
                <a:spcPts val="0"/>
              </a:spcBef>
              <a:spcAft>
                <a:spcPts val="0"/>
              </a:spcAft>
              <a:buClr>
                <a:srgbClr val="000000"/>
              </a:buClr>
              <a:buSzPts val="3700"/>
              <a:buFont typeface="Helvetica Neue"/>
              <a:buNone/>
              <a:defRPr sz="3700"/>
            </a:lvl1pPr>
            <a:lvl2pPr marL="914400" lvl="1" indent="-228600" algn="ctr">
              <a:lnSpc>
                <a:spcPct val="100000"/>
              </a:lnSpc>
              <a:spcBef>
                <a:spcPts val="0"/>
              </a:spcBef>
              <a:spcAft>
                <a:spcPts val="0"/>
              </a:spcAft>
              <a:buClr>
                <a:srgbClr val="000000"/>
              </a:buClr>
              <a:buSzPts val="3700"/>
              <a:buFont typeface="Helvetica Neue"/>
              <a:buNone/>
              <a:defRPr sz="3700"/>
            </a:lvl2pPr>
            <a:lvl3pPr marL="1371600" lvl="2" indent="-228600" algn="ctr">
              <a:lnSpc>
                <a:spcPct val="100000"/>
              </a:lnSpc>
              <a:spcBef>
                <a:spcPts val="0"/>
              </a:spcBef>
              <a:spcAft>
                <a:spcPts val="0"/>
              </a:spcAft>
              <a:buClr>
                <a:srgbClr val="000000"/>
              </a:buClr>
              <a:buSzPts val="3700"/>
              <a:buFont typeface="Helvetica Neue"/>
              <a:buNone/>
              <a:defRPr sz="3700"/>
            </a:lvl3pPr>
            <a:lvl4pPr marL="1828800" lvl="3" indent="-228600" algn="ctr">
              <a:lnSpc>
                <a:spcPct val="100000"/>
              </a:lnSpc>
              <a:spcBef>
                <a:spcPts val="0"/>
              </a:spcBef>
              <a:spcAft>
                <a:spcPts val="0"/>
              </a:spcAft>
              <a:buClr>
                <a:srgbClr val="000000"/>
              </a:buClr>
              <a:buSzPts val="3700"/>
              <a:buFont typeface="Helvetica Neue"/>
              <a:buNone/>
              <a:defRPr sz="3700"/>
            </a:lvl4pPr>
            <a:lvl5pPr marL="2286000" lvl="4" indent="-228600" algn="ctr">
              <a:lnSpc>
                <a:spcPct val="100000"/>
              </a:lnSpc>
              <a:spcBef>
                <a:spcPts val="0"/>
              </a:spcBef>
              <a:spcAft>
                <a:spcPts val="0"/>
              </a:spcAft>
              <a:buClr>
                <a:srgbClr val="000000"/>
              </a:buClr>
              <a:buSzPts val="3700"/>
              <a:buFont typeface="Helvetica Neue"/>
              <a:buNone/>
              <a:defRPr sz="3700"/>
            </a:lvl5pPr>
            <a:lvl6pPr marL="2743200" lvl="5" indent="-394335" algn="l">
              <a:lnSpc>
                <a:spcPct val="100000"/>
              </a:lnSpc>
              <a:spcBef>
                <a:spcPts val="4200"/>
              </a:spcBef>
              <a:spcAft>
                <a:spcPts val="0"/>
              </a:spcAft>
              <a:buClr>
                <a:srgbClr val="000000"/>
              </a:buClr>
              <a:buSzPts val="2610"/>
              <a:buChar char="•"/>
              <a:defRPr/>
            </a:lvl6pPr>
            <a:lvl7pPr marL="3200400" lvl="6" indent="-394335" algn="l">
              <a:lnSpc>
                <a:spcPct val="100000"/>
              </a:lnSpc>
              <a:spcBef>
                <a:spcPts val="4200"/>
              </a:spcBef>
              <a:spcAft>
                <a:spcPts val="0"/>
              </a:spcAft>
              <a:buClr>
                <a:srgbClr val="000000"/>
              </a:buClr>
              <a:buSzPts val="2610"/>
              <a:buChar char="•"/>
              <a:defRPr/>
            </a:lvl7pPr>
            <a:lvl8pPr marL="3657600" lvl="7" indent="-394334" algn="l">
              <a:lnSpc>
                <a:spcPct val="100000"/>
              </a:lnSpc>
              <a:spcBef>
                <a:spcPts val="4200"/>
              </a:spcBef>
              <a:spcAft>
                <a:spcPts val="0"/>
              </a:spcAft>
              <a:buClr>
                <a:srgbClr val="000000"/>
              </a:buClr>
              <a:buSzPts val="2610"/>
              <a:buChar char="•"/>
              <a:defRPr/>
            </a:lvl8pPr>
            <a:lvl9pPr marL="4114800" lvl="8" indent="-394334" algn="l">
              <a:lnSpc>
                <a:spcPct val="100000"/>
              </a:lnSpc>
              <a:spcBef>
                <a:spcPts val="4200"/>
              </a:spcBef>
              <a:spcAft>
                <a:spcPts val="0"/>
              </a:spcAft>
              <a:buClr>
                <a:srgbClr val="000000"/>
              </a:buClr>
              <a:buSzPts val="2610"/>
              <a:buChar char="•"/>
              <a:defRPr/>
            </a:lvl9pPr>
          </a:lstStyle>
          <a:p>
            <a:endParaRPr/>
          </a:p>
        </p:txBody>
      </p:sp>
      <p:sp>
        <p:nvSpPr>
          <p:cNvPr id="12" name="Google Shape;12;p2"/>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noAutofit/>
          </a:bodyPr>
          <a:lstStyle>
            <a:lvl1pPr marL="0" lvl="0" indent="0" algn="ctr">
              <a:lnSpc>
                <a:spcPct val="100000"/>
              </a:lnSpc>
              <a:spcBef>
                <a:spcPts val="0"/>
              </a:spcBef>
              <a:spcAft>
                <a:spcPts val="0"/>
              </a:spcAft>
              <a:buClr>
                <a:srgbClr val="000000"/>
              </a:buClr>
              <a:buSzPts val="1600"/>
              <a:buFont typeface="Helvetica Neue Light"/>
              <a:buNone/>
              <a:defRPr>
                <a:latin typeface="Helvetica Neue Light"/>
                <a:ea typeface="Helvetica Neue Light"/>
                <a:cs typeface="Helvetica Neue Light"/>
                <a:sym typeface="Helvetica Neue Light"/>
              </a:defRPr>
            </a:lvl1pPr>
            <a:lvl2pPr marL="0" lvl="1" indent="0" algn="ctr">
              <a:lnSpc>
                <a:spcPct val="100000"/>
              </a:lnSpc>
              <a:spcBef>
                <a:spcPts val="0"/>
              </a:spcBef>
              <a:spcAft>
                <a:spcPts val="0"/>
              </a:spcAft>
              <a:buClr>
                <a:srgbClr val="000000"/>
              </a:buClr>
              <a:buSzPts val="1600"/>
              <a:buFont typeface="Helvetica Neue Light"/>
              <a:buNone/>
              <a:defRPr>
                <a:latin typeface="Helvetica Neue Light"/>
                <a:ea typeface="Helvetica Neue Light"/>
                <a:cs typeface="Helvetica Neue Light"/>
                <a:sym typeface="Helvetica Neue Light"/>
              </a:defRPr>
            </a:lvl2pPr>
            <a:lvl3pPr marL="0" lvl="2" indent="0" algn="ctr">
              <a:lnSpc>
                <a:spcPct val="100000"/>
              </a:lnSpc>
              <a:spcBef>
                <a:spcPts val="0"/>
              </a:spcBef>
              <a:spcAft>
                <a:spcPts val="0"/>
              </a:spcAft>
              <a:buClr>
                <a:srgbClr val="000000"/>
              </a:buClr>
              <a:buSzPts val="1600"/>
              <a:buFont typeface="Helvetica Neue Light"/>
              <a:buNone/>
              <a:defRPr>
                <a:latin typeface="Helvetica Neue Light"/>
                <a:ea typeface="Helvetica Neue Light"/>
                <a:cs typeface="Helvetica Neue Light"/>
                <a:sym typeface="Helvetica Neue Light"/>
              </a:defRPr>
            </a:lvl3pPr>
            <a:lvl4pPr marL="0" lvl="3" indent="0" algn="ctr">
              <a:lnSpc>
                <a:spcPct val="100000"/>
              </a:lnSpc>
              <a:spcBef>
                <a:spcPts val="0"/>
              </a:spcBef>
              <a:spcAft>
                <a:spcPts val="0"/>
              </a:spcAft>
              <a:buClr>
                <a:srgbClr val="000000"/>
              </a:buClr>
              <a:buSzPts val="1600"/>
              <a:buFont typeface="Helvetica Neue Light"/>
              <a:buNone/>
              <a:defRPr>
                <a:latin typeface="Helvetica Neue Light"/>
                <a:ea typeface="Helvetica Neue Light"/>
                <a:cs typeface="Helvetica Neue Light"/>
                <a:sym typeface="Helvetica Neue Light"/>
              </a:defRPr>
            </a:lvl4pPr>
            <a:lvl5pPr marL="0" lvl="4" indent="0" algn="ctr">
              <a:lnSpc>
                <a:spcPct val="100000"/>
              </a:lnSpc>
              <a:spcBef>
                <a:spcPts val="0"/>
              </a:spcBef>
              <a:spcAft>
                <a:spcPts val="0"/>
              </a:spcAft>
              <a:buClr>
                <a:srgbClr val="000000"/>
              </a:buClr>
              <a:buSzPts val="1600"/>
              <a:buFont typeface="Helvetica Neue Light"/>
              <a:buNone/>
              <a:defRPr>
                <a:latin typeface="Helvetica Neue Light"/>
                <a:ea typeface="Helvetica Neue Light"/>
                <a:cs typeface="Helvetica Neue Light"/>
                <a:sym typeface="Helvetica Neue Light"/>
              </a:defRPr>
            </a:lvl5pPr>
            <a:lvl6pPr marL="0" lvl="5" indent="0" algn="ctr">
              <a:lnSpc>
                <a:spcPct val="100000"/>
              </a:lnSpc>
              <a:spcBef>
                <a:spcPts val="0"/>
              </a:spcBef>
              <a:spcAft>
                <a:spcPts val="0"/>
              </a:spcAft>
              <a:buClr>
                <a:srgbClr val="000000"/>
              </a:buClr>
              <a:buSzPts val="1600"/>
              <a:buFont typeface="Helvetica Neue Light"/>
              <a:buNone/>
              <a:defRPr>
                <a:latin typeface="Helvetica Neue Light"/>
                <a:ea typeface="Helvetica Neue Light"/>
                <a:cs typeface="Helvetica Neue Light"/>
                <a:sym typeface="Helvetica Neue Light"/>
              </a:defRPr>
            </a:lvl6pPr>
            <a:lvl7pPr marL="0" lvl="6" indent="0" algn="ctr">
              <a:lnSpc>
                <a:spcPct val="100000"/>
              </a:lnSpc>
              <a:spcBef>
                <a:spcPts val="0"/>
              </a:spcBef>
              <a:spcAft>
                <a:spcPts val="0"/>
              </a:spcAft>
              <a:buClr>
                <a:srgbClr val="000000"/>
              </a:buClr>
              <a:buSzPts val="1600"/>
              <a:buFont typeface="Helvetica Neue Light"/>
              <a:buNone/>
              <a:defRPr>
                <a:latin typeface="Helvetica Neue Light"/>
                <a:ea typeface="Helvetica Neue Light"/>
                <a:cs typeface="Helvetica Neue Light"/>
                <a:sym typeface="Helvetica Neue Light"/>
              </a:defRPr>
            </a:lvl7pPr>
            <a:lvl8pPr marL="0" lvl="7" indent="0" algn="ctr">
              <a:lnSpc>
                <a:spcPct val="100000"/>
              </a:lnSpc>
              <a:spcBef>
                <a:spcPts val="0"/>
              </a:spcBef>
              <a:spcAft>
                <a:spcPts val="0"/>
              </a:spcAft>
              <a:buClr>
                <a:srgbClr val="000000"/>
              </a:buClr>
              <a:buSzPts val="1600"/>
              <a:buFont typeface="Helvetica Neue Light"/>
              <a:buNone/>
              <a:defRPr>
                <a:latin typeface="Helvetica Neue Light"/>
                <a:ea typeface="Helvetica Neue Light"/>
                <a:cs typeface="Helvetica Neue Light"/>
                <a:sym typeface="Helvetica Neue Light"/>
              </a:defRPr>
            </a:lvl8pPr>
            <a:lvl9pPr marL="0" lvl="8" indent="0" algn="ctr">
              <a:lnSpc>
                <a:spcPct val="100000"/>
              </a:lnSpc>
              <a:spcBef>
                <a:spcPts val="0"/>
              </a:spcBef>
              <a:spcAft>
                <a:spcPts val="0"/>
              </a:spcAft>
              <a:buClr>
                <a:srgbClr val="000000"/>
              </a:buClr>
              <a:buSzPts val="1600"/>
              <a:buFont typeface="Helvetica Neue Light"/>
              <a:buNone/>
              <a:defRPr>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sz="1600" b="0" i="0" u="none" strike="noStrike" cap="none">
              <a:solidFill>
                <a:srgbClr val="00000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mp; Bullets" type="tx">
  <p:cSld name="TITLE_AND_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952500" y="254000"/>
            <a:ext cx="11099800" cy="2159000"/>
          </a:xfrm>
          <a:prstGeom prst="rect">
            <a:avLst/>
          </a:prstGeom>
          <a:noFill/>
          <a:ln>
            <a:noFill/>
          </a:ln>
        </p:spPr>
        <p:txBody>
          <a:bodyPr spcFirstLastPara="1" wrap="square" lIns="50800" tIns="50800" rIns="50800" bIns="50800" anchor="ctr" anchorCtr="0">
            <a:no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5" name="Google Shape;15;p3"/>
          <p:cNvSpPr txBox="1">
            <a:spLocks noGrp="1"/>
          </p:cNvSpPr>
          <p:nvPr>
            <p:ph type="body" idx="1"/>
          </p:nvPr>
        </p:nvSpPr>
        <p:spPr>
          <a:xfrm>
            <a:off x="952500" y="2590800"/>
            <a:ext cx="11099800" cy="6286500"/>
          </a:xfrm>
          <a:prstGeom prst="rect">
            <a:avLst/>
          </a:prstGeom>
          <a:noFill/>
          <a:ln>
            <a:noFill/>
          </a:ln>
        </p:spPr>
        <p:txBody>
          <a:bodyPr spcFirstLastPara="1" wrap="square" lIns="50800" tIns="50800" rIns="50800" bIns="50800" anchor="ctr" anchorCtr="0">
            <a:noAutofit/>
          </a:bodyPr>
          <a:lstStyle>
            <a:lvl1pPr marL="457200" lvl="0" indent="-394335" algn="l">
              <a:lnSpc>
                <a:spcPct val="100000"/>
              </a:lnSpc>
              <a:spcBef>
                <a:spcPts val="4200"/>
              </a:spcBef>
              <a:spcAft>
                <a:spcPts val="0"/>
              </a:spcAft>
              <a:buClr>
                <a:srgbClr val="000000"/>
              </a:buClr>
              <a:buSzPts val="2610"/>
              <a:buChar char="•"/>
              <a:defRPr/>
            </a:lvl1pPr>
            <a:lvl2pPr marL="914400" lvl="1" indent="-394335" algn="l">
              <a:lnSpc>
                <a:spcPct val="100000"/>
              </a:lnSpc>
              <a:spcBef>
                <a:spcPts val="4200"/>
              </a:spcBef>
              <a:spcAft>
                <a:spcPts val="0"/>
              </a:spcAft>
              <a:buClr>
                <a:srgbClr val="000000"/>
              </a:buClr>
              <a:buSzPts val="2610"/>
              <a:buChar char="•"/>
              <a:defRPr/>
            </a:lvl2pPr>
            <a:lvl3pPr marL="1371600" lvl="2" indent="-394335" algn="l">
              <a:lnSpc>
                <a:spcPct val="100000"/>
              </a:lnSpc>
              <a:spcBef>
                <a:spcPts val="4200"/>
              </a:spcBef>
              <a:spcAft>
                <a:spcPts val="0"/>
              </a:spcAft>
              <a:buClr>
                <a:srgbClr val="000000"/>
              </a:buClr>
              <a:buSzPts val="2610"/>
              <a:buChar char="•"/>
              <a:defRPr/>
            </a:lvl3pPr>
            <a:lvl4pPr marL="1828800" lvl="3" indent="-394335" algn="l">
              <a:lnSpc>
                <a:spcPct val="100000"/>
              </a:lnSpc>
              <a:spcBef>
                <a:spcPts val="4200"/>
              </a:spcBef>
              <a:spcAft>
                <a:spcPts val="0"/>
              </a:spcAft>
              <a:buClr>
                <a:srgbClr val="000000"/>
              </a:buClr>
              <a:buSzPts val="2610"/>
              <a:buChar char="•"/>
              <a:defRPr/>
            </a:lvl4pPr>
            <a:lvl5pPr marL="2286000" lvl="4" indent="-394335" algn="l">
              <a:lnSpc>
                <a:spcPct val="100000"/>
              </a:lnSpc>
              <a:spcBef>
                <a:spcPts val="4200"/>
              </a:spcBef>
              <a:spcAft>
                <a:spcPts val="0"/>
              </a:spcAft>
              <a:buClr>
                <a:srgbClr val="000000"/>
              </a:buClr>
              <a:buSzPts val="2610"/>
              <a:buChar char="•"/>
              <a:defRPr/>
            </a:lvl5pPr>
            <a:lvl6pPr marL="2743200" lvl="5" indent="-394335" algn="l">
              <a:lnSpc>
                <a:spcPct val="100000"/>
              </a:lnSpc>
              <a:spcBef>
                <a:spcPts val="4200"/>
              </a:spcBef>
              <a:spcAft>
                <a:spcPts val="0"/>
              </a:spcAft>
              <a:buClr>
                <a:srgbClr val="000000"/>
              </a:buClr>
              <a:buSzPts val="2610"/>
              <a:buChar char="•"/>
              <a:defRPr/>
            </a:lvl6pPr>
            <a:lvl7pPr marL="3200400" lvl="6" indent="-394335" algn="l">
              <a:lnSpc>
                <a:spcPct val="100000"/>
              </a:lnSpc>
              <a:spcBef>
                <a:spcPts val="4200"/>
              </a:spcBef>
              <a:spcAft>
                <a:spcPts val="0"/>
              </a:spcAft>
              <a:buClr>
                <a:srgbClr val="000000"/>
              </a:buClr>
              <a:buSzPts val="2610"/>
              <a:buChar char="•"/>
              <a:defRPr/>
            </a:lvl7pPr>
            <a:lvl8pPr marL="3657600" lvl="7" indent="-394334" algn="l">
              <a:lnSpc>
                <a:spcPct val="100000"/>
              </a:lnSpc>
              <a:spcBef>
                <a:spcPts val="4200"/>
              </a:spcBef>
              <a:spcAft>
                <a:spcPts val="0"/>
              </a:spcAft>
              <a:buClr>
                <a:srgbClr val="000000"/>
              </a:buClr>
              <a:buSzPts val="2610"/>
              <a:buChar char="•"/>
              <a:defRPr/>
            </a:lvl8pPr>
            <a:lvl9pPr marL="4114800" lvl="8" indent="-394334" algn="l">
              <a:lnSpc>
                <a:spcPct val="100000"/>
              </a:lnSpc>
              <a:spcBef>
                <a:spcPts val="4200"/>
              </a:spcBef>
              <a:spcAft>
                <a:spcPts val="0"/>
              </a:spcAft>
              <a:buClr>
                <a:srgbClr val="000000"/>
              </a:buClr>
              <a:buSzPts val="2610"/>
              <a:buChar char="•"/>
              <a:defRPr/>
            </a:lvl9pPr>
          </a:lstStyle>
          <a:p>
            <a:endParaRPr/>
          </a:p>
        </p:txBody>
      </p:sp>
      <p:sp>
        <p:nvSpPr>
          <p:cNvPr id="16" name="Google Shape;16;p3"/>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noAutofit/>
          </a:bodyPr>
          <a:lstStyle>
            <a:lvl1pPr marL="0" lvl="0"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1pPr>
            <a:lvl2pPr marL="0" lvl="1"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2pPr>
            <a:lvl3pPr marL="0" lvl="2"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3pPr>
            <a:lvl4pPr marL="0" lvl="3"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4pPr>
            <a:lvl5pPr marL="0" lvl="4"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5pPr>
            <a:lvl6pPr marL="0" lvl="5"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6pPr>
            <a:lvl7pPr marL="0" lvl="6"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7pPr>
            <a:lvl8pPr marL="0" lvl="7"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8pPr>
            <a:lvl9pPr marL="0" lvl="8"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hoto - Horizontal">
  <p:cSld name="Photo - Horizontal">
    <p:spTree>
      <p:nvGrpSpPr>
        <p:cNvPr id="1" name="Shape 17"/>
        <p:cNvGrpSpPr/>
        <p:nvPr/>
      </p:nvGrpSpPr>
      <p:grpSpPr>
        <a:xfrm>
          <a:off x="0" y="0"/>
          <a:ext cx="0" cy="0"/>
          <a:chOff x="0" y="0"/>
          <a:chExt cx="0" cy="0"/>
        </a:xfrm>
      </p:grpSpPr>
      <p:sp>
        <p:nvSpPr>
          <p:cNvPr id="18" name="Google Shape;18;p4"/>
          <p:cNvSpPr>
            <a:spLocks noGrp="1"/>
          </p:cNvSpPr>
          <p:nvPr>
            <p:ph type="pic" idx="2"/>
          </p:nvPr>
        </p:nvSpPr>
        <p:spPr>
          <a:xfrm>
            <a:off x="1625600" y="673100"/>
            <a:ext cx="9753600" cy="59055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2pPr>
            <a:lvl3pPr marR="0" lvl="2"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3pPr>
            <a:lvl4pPr marR="0" lvl="3"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4pPr>
            <a:lvl5pPr marR="0" lvl="4"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5pPr>
            <a:lvl6pPr marR="0" lvl="5"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6pPr>
            <a:lvl7pPr marR="0" lvl="6"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7pPr>
            <a:lvl8pPr marR="0" lvl="7"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8pPr>
            <a:lvl9pPr marR="0" lvl="8"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9pPr>
          </a:lstStyle>
          <a:p>
            <a:endParaRPr/>
          </a:p>
        </p:txBody>
      </p:sp>
      <p:sp>
        <p:nvSpPr>
          <p:cNvPr id="19" name="Google Shape;19;p4"/>
          <p:cNvSpPr txBox="1">
            <a:spLocks noGrp="1"/>
          </p:cNvSpPr>
          <p:nvPr>
            <p:ph type="title"/>
          </p:nvPr>
        </p:nvSpPr>
        <p:spPr>
          <a:xfrm>
            <a:off x="1270000" y="6718300"/>
            <a:ext cx="10464800" cy="1422400"/>
          </a:xfrm>
          <a:prstGeom prst="rect">
            <a:avLst/>
          </a:prstGeom>
          <a:noFill/>
          <a:ln>
            <a:noFill/>
          </a:ln>
        </p:spPr>
        <p:txBody>
          <a:bodyPr spcFirstLastPara="1" wrap="square" lIns="50800" tIns="50800" rIns="50800" bIns="50800" anchor="b" anchorCtr="0">
            <a:no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0" name="Google Shape;20;p4"/>
          <p:cNvSpPr txBox="1">
            <a:spLocks noGrp="1"/>
          </p:cNvSpPr>
          <p:nvPr>
            <p:ph type="body" idx="1"/>
          </p:nvPr>
        </p:nvSpPr>
        <p:spPr>
          <a:xfrm>
            <a:off x="1270000" y="8153400"/>
            <a:ext cx="10464800" cy="1130300"/>
          </a:xfrm>
          <a:prstGeom prst="rect">
            <a:avLst/>
          </a:prstGeom>
          <a:noFill/>
          <a:ln>
            <a:noFill/>
          </a:ln>
        </p:spPr>
        <p:txBody>
          <a:bodyPr spcFirstLastPara="1" wrap="square" lIns="50800" tIns="50800" rIns="50800" bIns="50800" anchor="t" anchorCtr="0">
            <a:noAutofit/>
          </a:bodyPr>
          <a:lstStyle>
            <a:lvl1pPr marL="457200" lvl="0" indent="-228600" algn="ctr">
              <a:lnSpc>
                <a:spcPct val="100000"/>
              </a:lnSpc>
              <a:spcBef>
                <a:spcPts val="0"/>
              </a:spcBef>
              <a:spcAft>
                <a:spcPts val="0"/>
              </a:spcAft>
              <a:buClr>
                <a:srgbClr val="000000"/>
              </a:buClr>
              <a:buSzPts val="3700"/>
              <a:buFont typeface="Helvetica Neue"/>
              <a:buNone/>
              <a:defRPr sz="3700"/>
            </a:lvl1pPr>
            <a:lvl2pPr marL="914400" lvl="1" indent="-228600" algn="ctr">
              <a:lnSpc>
                <a:spcPct val="100000"/>
              </a:lnSpc>
              <a:spcBef>
                <a:spcPts val="0"/>
              </a:spcBef>
              <a:spcAft>
                <a:spcPts val="0"/>
              </a:spcAft>
              <a:buClr>
                <a:srgbClr val="000000"/>
              </a:buClr>
              <a:buSzPts val="3700"/>
              <a:buFont typeface="Helvetica Neue"/>
              <a:buNone/>
              <a:defRPr sz="3700"/>
            </a:lvl2pPr>
            <a:lvl3pPr marL="1371600" lvl="2" indent="-228600" algn="ctr">
              <a:lnSpc>
                <a:spcPct val="100000"/>
              </a:lnSpc>
              <a:spcBef>
                <a:spcPts val="0"/>
              </a:spcBef>
              <a:spcAft>
                <a:spcPts val="0"/>
              </a:spcAft>
              <a:buClr>
                <a:srgbClr val="000000"/>
              </a:buClr>
              <a:buSzPts val="3700"/>
              <a:buFont typeface="Helvetica Neue"/>
              <a:buNone/>
              <a:defRPr sz="3700"/>
            </a:lvl3pPr>
            <a:lvl4pPr marL="1828800" lvl="3" indent="-228600" algn="ctr">
              <a:lnSpc>
                <a:spcPct val="100000"/>
              </a:lnSpc>
              <a:spcBef>
                <a:spcPts val="0"/>
              </a:spcBef>
              <a:spcAft>
                <a:spcPts val="0"/>
              </a:spcAft>
              <a:buClr>
                <a:srgbClr val="000000"/>
              </a:buClr>
              <a:buSzPts val="3700"/>
              <a:buFont typeface="Helvetica Neue"/>
              <a:buNone/>
              <a:defRPr sz="3700"/>
            </a:lvl4pPr>
            <a:lvl5pPr marL="2286000" lvl="4" indent="-228600" algn="ctr">
              <a:lnSpc>
                <a:spcPct val="100000"/>
              </a:lnSpc>
              <a:spcBef>
                <a:spcPts val="0"/>
              </a:spcBef>
              <a:spcAft>
                <a:spcPts val="0"/>
              </a:spcAft>
              <a:buClr>
                <a:srgbClr val="000000"/>
              </a:buClr>
              <a:buSzPts val="3700"/>
              <a:buFont typeface="Helvetica Neue"/>
              <a:buNone/>
              <a:defRPr sz="3700"/>
            </a:lvl5pPr>
            <a:lvl6pPr marL="2743200" lvl="5" indent="-394335" algn="l">
              <a:lnSpc>
                <a:spcPct val="100000"/>
              </a:lnSpc>
              <a:spcBef>
                <a:spcPts val="4200"/>
              </a:spcBef>
              <a:spcAft>
                <a:spcPts val="0"/>
              </a:spcAft>
              <a:buClr>
                <a:srgbClr val="000000"/>
              </a:buClr>
              <a:buSzPts val="2610"/>
              <a:buChar char="•"/>
              <a:defRPr/>
            </a:lvl6pPr>
            <a:lvl7pPr marL="3200400" lvl="6" indent="-394335" algn="l">
              <a:lnSpc>
                <a:spcPct val="100000"/>
              </a:lnSpc>
              <a:spcBef>
                <a:spcPts val="4200"/>
              </a:spcBef>
              <a:spcAft>
                <a:spcPts val="0"/>
              </a:spcAft>
              <a:buClr>
                <a:srgbClr val="000000"/>
              </a:buClr>
              <a:buSzPts val="2610"/>
              <a:buChar char="•"/>
              <a:defRPr/>
            </a:lvl7pPr>
            <a:lvl8pPr marL="3657600" lvl="7" indent="-394334" algn="l">
              <a:lnSpc>
                <a:spcPct val="100000"/>
              </a:lnSpc>
              <a:spcBef>
                <a:spcPts val="4200"/>
              </a:spcBef>
              <a:spcAft>
                <a:spcPts val="0"/>
              </a:spcAft>
              <a:buClr>
                <a:srgbClr val="000000"/>
              </a:buClr>
              <a:buSzPts val="2610"/>
              <a:buChar char="•"/>
              <a:defRPr/>
            </a:lvl8pPr>
            <a:lvl9pPr marL="4114800" lvl="8" indent="-394334" algn="l">
              <a:lnSpc>
                <a:spcPct val="100000"/>
              </a:lnSpc>
              <a:spcBef>
                <a:spcPts val="4200"/>
              </a:spcBef>
              <a:spcAft>
                <a:spcPts val="0"/>
              </a:spcAft>
              <a:buClr>
                <a:srgbClr val="000000"/>
              </a:buClr>
              <a:buSzPts val="2610"/>
              <a:buChar char="•"/>
              <a:defRPr/>
            </a:lvl9pPr>
          </a:lstStyle>
          <a:p>
            <a:endParaRPr/>
          </a:p>
        </p:txBody>
      </p:sp>
      <p:sp>
        <p:nvSpPr>
          <p:cNvPr id="21" name="Google Shape;21;p4"/>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noAutofit/>
          </a:bodyPr>
          <a:lstStyle>
            <a:lvl1pPr marL="0" lvl="0"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1pPr>
            <a:lvl2pPr marL="0" lvl="1"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2pPr>
            <a:lvl3pPr marL="0" lvl="2"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3pPr>
            <a:lvl4pPr marL="0" lvl="3"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4pPr>
            <a:lvl5pPr marL="0" lvl="4"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5pPr>
            <a:lvl6pPr marL="0" lvl="5"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6pPr>
            <a:lvl7pPr marL="0" lvl="6"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7pPr>
            <a:lvl8pPr marL="0" lvl="7"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8pPr>
            <a:lvl9pPr marL="0" lvl="8"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443306" y="1635697"/>
            <a:ext cx="12118187" cy="1139201"/>
          </a:xfrm>
          <a:prstGeom prst="rect">
            <a:avLst/>
          </a:prstGeom>
          <a:noFill/>
          <a:ln>
            <a:noFill/>
          </a:ln>
        </p:spPr>
        <p:txBody>
          <a:bodyPr spcFirstLastPara="1" wrap="square" lIns="130025" tIns="130025" rIns="130025" bIns="130025" anchor="t" anchorCtr="0">
            <a:noAutofit/>
          </a:bodyPr>
          <a:lstStyle>
            <a:lvl1pPr lvl="0" algn="l">
              <a:lnSpc>
                <a:spcPct val="100000"/>
              </a:lnSpc>
              <a:spcBef>
                <a:spcPts val="0"/>
              </a:spcBef>
              <a:spcAft>
                <a:spcPts val="0"/>
              </a:spcAft>
              <a:buClr>
                <a:srgbClr val="212121"/>
              </a:buClr>
              <a:buSzPts val="7800"/>
              <a:buFont typeface="Amatic SC"/>
              <a:buNone/>
              <a:defRPr sz="7800" b="1">
                <a:solidFill>
                  <a:srgbClr val="212121"/>
                </a:solidFill>
                <a:latin typeface="Amatic SC"/>
                <a:ea typeface="Amatic SC"/>
                <a:cs typeface="Amatic SC"/>
                <a:sym typeface="Amatic SC"/>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4" name="Google Shape;24;p5"/>
          <p:cNvSpPr txBox="1">
            <a:spLocks noGrp="1"/>
          </p:cNvSpPr>
          <p:nvPr>
            <p:ph type="body" idx="1"/>
          </p:nvPr>
        </p:nvSpPr>
        <p:spPr>
          <a:xfrm>
            <a:off x="443306" y="2966648"/>
            <a:ext cx="5688748" cy="4750508"/>
          </a:xfrm>
          <a:prstGeom prst="rect">
            <a:avLst/>
          </a:prstGeom>
          <a:noFill/>
          <a:ln>
            <a:noFill/>
          </a:ln>
        </p:spPr>
        <p:txBody>
          <a:bodyPr spcFirstLastPara="1" wrap="square" lIns="130025" tIns="130025" rIns="130025" bIns="130025" anchor="t" anchorCtr="0">
            <a:noAutofit/>
          </a:bodyPr>
          <a:lstStyle>
            <a:lvl1pPr marL="457200" lvl="0" indent="-393700" algn="l">
              <a:lnSpc>
                <a:spcPct val="115000"/>
              </a:lnSpc>
              <a:spcBef>
                <a:spcPts val="0"/>
              </a:spcBef>
              <a:spcAft>
                <a:spcPts val="0"/>
              </a:spcAft>
              <a:buClr>
                <a:srgbClr val="666666"/>
              </a:buClr>
              <a:buSzPts val="2600"/>
              <a:buFont typeface="Helvetica Neue"/>
              <a:buChar char="●"/>
              <a:defRPr sz="2600">
                <a:solidFill>
                  <a:srgbClr val="666666"/>
                </a:solidFill>
                <a:latin typeface="Source Code Pro"/>
                <a:ea typeface="Source Code Pro"/>
                <a:cs typeface="Source Code Pro"/>
                <a:sym typeface="Source Code Pro"/>
              </a:defRPr>
            </a:lvl1pPr>
            <a:lvl2pPr marL="914400" lvl="1" indent="-393700" algn="l">
              <a:lnSpc>
                <a:spcPct val="115000"/>
              </a:lnSpc>
              <a:spcBef>
                <a:spcPts val="0"/>
              </a:spcBef>
              <a:spcAft>
                <a:spcPts val="0"/>
              </a:spcAft>
              <a:buClr>
                <a:srgbClr val="666666"/>
              </a:buClr>
              <a:buSzPts val="2600"/>
              <a:buFont typeface="Helvetica Neue"/>
              <a:buChar char="○"/>
              <a:defRPr sz="2600">
                <a:solidFill>
                  <a:srgbClr val="666666"/>
                </a:solidFill>
                <a:latin typeface="Source Code Pro"/>
                <a:ea typeface="Source Code Pro"/>
                <a:cs typeface="Source Code Pro"/>
                <a:sym typeface="Source Code Pro"/>
              </a:defRPr>
            </a:lvl2pPr>
            <a:lvl3pPr marL="1371600" lvl="2" indent="-393700" algn="l">
              <a:lnSpc>
                <a:spcPct val="115000"/>
              </a:lnSpc>
              <a:spcBef>
                <a:spcPts val="0"/>
              </a:spcBef>
              <a:spcAft>
                <a:spcPts val="0"/>
              </a:spcAft>
              <a:buClr>
                <a:srgbClr val="666666"/>
              </a:buClr>
              <a:buSzPts val="2600"/>
              <a:buFont typeface="Helvetica Neue"/>
              <a:buChar char="■"/>
              <a:defRPr sz="2600">
                <a:solidFill>
                  <a:srgbClr val="666666"/>
                </a:solidFill>
                <a:latin typeface="Source Code Pro"/>
                <a:ea typeface="Source Code Pro"/>
                <a:cs typeface="Source Code Pro"/>
                <a:sym typeface="Source Code Pro"/>
              </a:defRPr>
            </a:lvl3pPr>
            <a:lvl4pPr marL="1828800" lvl="3" indent="-393700" algn="l">
              <a:lnSpc>
                <a:spcPct val="115000"/>
              </a:lnSpc>
              <a:spcBef>
                <a:spcPts val="0"/>
              </a:spcBef>
              <a:spcAft>
                <a:spcPts val="0"/>
              </a:spcAft>
              <a:buClr>
                <a:srgbClr val="666666"/>
              </a:buClr>
              <a:buSzPts val="2600"/>
              <a:buFont typeface="Helvetica Neue"/>
              <a:buChar char="●"/>
              <a:defRPr sz="2600">
                <a:solidFill>
                  <a:srgbClr val="666666"/>
                </a:solidFill>
                <a:latin typeface="Source Code Pro"/>
                <a:ea typeface="Source Code Pro"/>
                <a:cs typeface="Source Code Pro"/>
                <a:sym typeface="Source Code Pro"/>
              </a:defRPr>
            </a:lvl4pPr>
            <a:lvl5pPr marL="2286000" lvl="4" indent="-393700" algn="l">
              <a:lnSpc>
                <a:spcPct val="115000"/>
              </a:lnSpc>
              <a:spcBef>
                <a:spcPts val="0"/>
              </a:spcBef>
              <a:spcAft>
                <a:spcPts val="0"/>
              </a:spcAft>
              <a:buClr>
                <a:srgbClr val="666666"/>
              </a:buClr>
              <a:buSzPts val="2600"/>
              <a:buFont typeface="Helvetica Neue"/>
              <a:buChar char="○"/>
              <a:defRPr sz="2600">
                <a:solidFill>
                  <a:srgbClr val="666666"/>
                </a:solidFill>
                <a:latin typeface="Source Code Pro"/>
                <a:ea typeface="Source Code Pro"/>
                <a:cs typeface="Source Code Pro"/>
                <a:sym typeface="Source Code Pro"/>
              </a:defRPr>
            </a:lvl5pPr>
            <a:lvl6pPr marL="2743200" lvl="5" indent="-394335" algn="l">
              <a:lnSpc>
                <a:spcPct val="100000"/>
              </a:lnSpc>
              <a:spcBef>
                <a:spcPts val="4200"/>
              </a:spcBef>
              <a:spcAft>
                <a:spcPts val="0"/>
              </a:spcAft>
              <a:buClr>
                <a:srgbClr val="000000"/>
              </a:buClr>
              <a:buSzPts val="2610"/>
              <a:buChar char="•"/>
              <a:defRPr/>
            </a:lvl6pPr>
            <a:lvl7pPr marL="3200400" lvl="6" indent="-394335" algn="l">
              <a:lnSpc>
                <a:spcPct val="100000"/>
              </a:lnSpc>
              <a:spcBef>
                <a:spcPts val="4200"/>
              </a:spcBef>
              <a:spcAft>
                <a:spcPts val="0"/>
              </a:spcAft>
              <a:buClr>
                <a:srgbClr val="000000"/>
              </a:buClr>
              <a:buSzPts val="2610"/>
              <a:buChar char="•"/>
              <a:defRPr/>
            </a:lvl7pPr>
            <a:lvl8pPr marL="3657600" lvl="7" indent="-394334" algn="l">
              <a:lnSpc>
                <a:spcPct val="100000"/>
              </a:lnSpc>
              <a:spcBef>
                <a:spcPts val="4200"/>
              </a:spcBef>
              <a:spcAft>
                <a:spcPts val="0"/>
              </a:spcAft>
              <a:buClr>
                <a:srgbClr val="000000"/>
              </a:buClr>
              <a:buSzPts val="2610"/>
              <a:buChar char="•"/>
              <a:defRPr/>
            </a:lvl8pPr>
            <a:lvl9pPr marL="4114800" lvl="8" indent="-394334" algn="l">
              <a:lnSpc>
                <a:spcPct val="100000"/>
              </a:lnSpc>
              <a:spcBef>
                <a:spcPts val="4200"/>
              </a:spcBef>
              <a:spcAft>
                <a:spcPts val="0"/>
              </a:spcAft>
              <a:buClr>
                <a:srgbClr val="000000"/>
              </a:buClr>
              <a:buSzPts val="2610"/>
              <a:buChar char="•"/>
              <a:defRPr/>
            </a:lvl9pPr>
          </a:lstStyle>
          <a:p>
            <a:endParaRPr/>
          </a:p>
        </p:txBody>
      </p:sp>
      <p:sp>
        <p:nvSpPr>
          <p:cNvPr id="25" name="Google Shape;25;p5"/>
          <p:cNvSpPr txBox="1">
            <a:spLocks noGrp="1"/>
          </p:cNvSpPr>
          <p:nvPr>
            <p:ph type="body" idx="2"/>
          </p:nvPr>
        </p:nvSpPr>
        <p:spPr>
          <a:xfrm>
            <a:off x="6872746" y="2966648"/>
            <a:ext cx="5688748" cy="4750508"/>
          </a:xfrm>
          <a:prstGeom prst="rect">
            <a:avLst/>
          </a:prstGeom>
          <a:noFill/>
          <a:ln>
            <a:noFill/>
          </a:ln>
        </p:spPr>
        <p:txBody>
          <a:bodyPr spcFirstLastPara="1" wrap="square" lIns="130025" tIns="130025" rIns="130025" bIns="130025" anchor="t" anchorCtr="0">
            <a:noAutofit/>
          </a:bodyPr>
          <a:lstStyle>
            <a:lvl1pPr marL="457200" lvl="0" indent="-394335" algn="l">
              <a:lnSpc>
                <a:spcPct val="100000"/>
              </a:lnSpc>
              <a:spcBef>
                <a:spcPts val="4200"/>
              </a:spcBef>
              <a:spcAft>
                <a:spcPts val="0"/>
              </a:spcAft>
              <a:buClr>
                <a:srgbClr val="000000"/>
              </a:buClr>
              <a:buSzPts val="2610"/>
              <a:buChar char="•"/>
              <a:defRPr/>
            </a:lvl1pPr>
            <a:lvl2pPr marL="914400" lvl="1" indent="-394335" algn="l">
              <a:lnSpc>
                <a:spcPct val="100000"/>
              </a:lnSpc>
              <a:spcBef>
                <a:spcPts val="4200"/>
              </a:spcBef>
              <a:spcAft>
                <a:spcPts val="0"/>
              </a:spcAft>
              <a:buClr>
                <a:srgbClr val="000000"/>
              </a:buClr>
              <a:buSzPts val="2610"/>
              <a:buChar char="•"/>
              <a:defRPr/>
            </a:lvl2pPr>
            <a:lvl3pPr marL="1371600" lvl="2" indent="-394335" algn="l">
              <a:lnSpc>
                <a:spcPct val="100000"/>
              </a:lnSpc>
              <a:spcBef>
                <a:spcPts val="4200"/>
              </a:spcBef>
              <a:spcAft>
                <a:spcPts val="0"/>
              </a:spcAft>
              <a:buClr>
                <a:srgbClr val="000000"/>
              </a:buClr>
              <a:buSzPts val="2610"/>
              <a:buChar char="•"/>
              <a:defRPr/>
            </a:lvl3pPr>
            <a:lvl4pPr marL="1828800" lvl="3" indent="-394335" algn="l">
              <a:lnSpc>
                <a:spcPct val="100000"/>
              </a:lnSpc>
              <a:spcBef>
                <a:spcPts val="4200"/>
              </a:spcBef>
              <a:spcAft>
                <a:spcPts val="0"/>
              </a:spcAft>
              <a:buClr>
                <a:srgbClr val="000000"/>
              </a:buClr>
              <a:buSzPts val="2610"/>
              <a:buChar char="•"/>
              <a:defRPr/>
            </a:lvl4pPr>
            <a:lvl5pPr marL="2286000" lvl="4" indent="-394335" algn="l">
              <a:lnSpc>
                <a:spcPct val="100000"/>
              </a:lnSpc>
              <a:spcBef>
                <a:spcPts val="4200"/>
              </a:spcBef>
              <a:spcAft>
                <a:spcPts val="0"/>
              </a:spcAft>
              <a:buClr>
                <a:srgbClr val="000000"/>
              </a:buClr>
              <a:buSzPts val="2610"/>
              <a:buChar char="•"/>
              <a:defRPr/>
            </a:lvl5pPr>
            <a:lvl6pPr marL="2743200" lvl="5" indent="-394335" algn="l">
              <a:lnSpc>
                <a:spcPct val="100000"/>
              </a:lnSpc>
              <a:spcBef>
                <a:spcPts val="4200"/>
              </a:spcBef>
              <a:spcAft>
                <a:spcPts val="0"/>
              </a:spcAft>
              <a:buClr>
                <a:srgbClr val="000000"/>
              </a:buClr>
              <a:buSzPts val="2610"/>
              <a:buChar char="•"/>
              <a:defRPr/>
            </a:lvl6pPr>
            <a:lvl7pPr marL="3200400" lvl="6" indent="-394335" algn="l">
              <a:lnSpc>
                <a:spcPct val="100000"/>
              </a:lnSpc>
              <a:spcBef>
                <a:spcPts val="4200"/>
              </a:spcBef>
              <a:spcAft>
                <a:spcPts val="0"/>
              </a:spcAft>
              <a:buClr>
                <a:srgbClr val="000000"/>
              </a:buClr>
              <a:buSzPts val="2610"/>
              <a:buChar char="•"/>
              <a:defRPr/>
            </a:lvl7pPr>
            <a:lvl8pPr marL="3657600" lvl="7" indent="-394334" algn="l">
              <a:lnSpc>
                <a:spcPct val="100000"/>
              </a:lnSpc>
              <a:spcBef>
                <a:spcPts val="4200"/>
              </a:spcBef>
              <a:spcAft>
                <a:spcPts val="0"/>
              </a:spcAft>
              <a:buClr>
                <a:srgbClr val="000000"/>
              </a:buClr>
              <a:buSzPts val="2610"/>
              <a:buChar char="•"/>
              <a:defRPr/>
            </a:lvl8pPr>
            <a:lvl9pPr marL="4114800" lvl="8" indent="-394334" algn="l">
              <a:lnSpc>
                <a:spcPct val="100000"/>
              </a:lnSpc>
              <a:spcBef>
                <a:spcPts val="4200"/>
              </a:spcBef>
              <a:spcAft>
                <a:spcPts val="0"/>
              </a:spcAft>
              <a:buClr>
                <a:srgbClr val="000000"/>
              </a:buClr>
              <a:buSzPts val="2610"/>
              <a:buChar char="•"/>
              <a:defRPr/>
            </a:lvl9pPr>
          </a:lstStyle>
          <a:p>
            <a:endParaRPr/>
          </a:p>
        </p:txBody>
      </p:sp>
      <p:sp>
        <p:nvSpPr>
          <p:cNvPr id="26" name="Google Shape;26;p5"/>
          <p:cNvSpPr txBox="1">
            <a:spLocks noGrp="1"/>
          </p:cNvSpPr>
          <p:nvPr>
            <p:ph type="sldNum" idx="12"/>
          </p:nvPr>
        </p:nvSpPr>
        <p:spPr>
          <a:xfrm>
            <a:off x="12303065" y="7861497"/>
            <a:ext cx="527027" cy="539454"/>
          </a:xfrm>
          <a:prstGeom prst="rect">
            <a:avLst/>
          </a:prstGeom>
          <a:noFill/>
          <a:ln>
            <a:noFill/>
          </a:ln>
        </p:spPr>
        <p:txBody>
          <a:bodyPr spcFirstLastPara="1" wrap="square" lIns="130025" tIns="130025" rIns="130025" bIns="130025" anchor="ctr" anchorCtr="0">
            <a:noAutofit/>
          </a:bodyPr>
          <a:lstStyle>
            <a:lvl1pPr marL="0" lvl="0"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1pPr>
            <a:lvl2pPr marL="0" lvl="1"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2pPr>
            <a:lvl3pPr marL="0" lvl="2"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3pPr>
            <a:lvl4pPr marL="0" lvl="3"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4pPr>
            <a:lvl5pPr marL="0" lvl="4"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5pPr>
            <a:lvl6pPr marL="0" lvl="5"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6pPr>
            <a:lvl7pPr marL="0" lvl="6"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7pPr>
            <a:lvl8pPr marL="0" lvl="7"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8pPr>
            <a:lvl9pPr marL="0" lvl="8"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US"/>
              <a:t>‹#›</a:t>
            </a:fld>
            <a:endParaRPr b="0" i="0" u="none" strike="noStrike" cap="non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_AND_BODY">
  <p:cSld name="TITLE_AND_BODY 2">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443306" y="1635697"/>
            <a:ext cx="12118187" cy="1139201"/>
          </a:xfrm>
          <a:prstGeom prst="rect">
            <a:avLst/>
          </a:prstGeom>
          <a:noFill/>
          <a:ln>
            <a:noFill/>
          </a:ln>
        </p:spPr>
        <p:txBody>
          <a:bodyPr spcFirstLastPara="1" wrap="square" lIns="130025" tIns="130025" rIns="130025" bIns="130025" anchor="t" anchorCtr="0">
            <a:noAutofit/>
          </a:bodyPr>
          <a:lstStyle>
            <a:lvl1pPr lvl="0" algn="l">
              <a:lnSpc>
                <a:spcPct val="100000"/>
              </a:lnSpc>
              <a:spcBef>
                <a:spcPts val="0"/>
              </a:spcBef>
              <a:spcAft>
                <a:spcPts val="0"/>
              </a:spcAft>
              <a:buClr>
                <a:srgbClr val="212121"/>
              </a:buClr>
              <a:buSzPts val="7800"/>
              <a:buFont typeface="Amatic SC"/>
              <a:buNone/>
              <a:defRPr sz="7800" b="1">
                <a:solidFill>
                  <a:srgbClr val="212121"/>
                </a:solidFill>
                <a:latin typeface="Amatic SC"/>
                <a:ea typeface="Amatic SC"/>
                <a:cs typeface="Amatic SC"/>
                <a:sym typeface="Amatic SC"/>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9" name="Google Shape;29;p6"/>
          <p:cNvSpPr txBox="1">
            <a:spLocks noGrp="1"/>
          </p:cNvSpPr>
          <p:nvPr>
            <p:ph type="body" idx="1"/>
          </p:nvPr>
        </p:nvSpPr>
        <p:spPr>
          <a:xfrm>
            <a:off x="443306" y="2966648"/>
            <a:ext cx="12118187" cy="4750508"/>
          </a:xfrm>
          <a:prstGeom prst="rect">
            <a:avLst/>
          </a:prstGeom>
          <a:noFill/>
          <a:ln>
            <a:noFill/>
          </a:ln>
        </p:spPr>
        <p:txBody>
          <a:bodyPr spcFirstLastPara="1" wrap="square" lIns="130025" tIns="130025" rIns="130025" bIns="130025" anchor="t" anchorCtr="0">
            <a:noAutofit/>
          </a:bodyPr>
          <a:lstStyle>
            <a:lvl1pPr marL="457200" lvl="0" indent="-444500" algn="l">
              <a:lnSpc>
                <a:spcPct val="115000"/>
              </a:lnSpc>
              <a:spcBef>
                <a:spcPts val="0"/>
              </a:spcBef>
              <a:spcAft>
                <a:spcPts val="0"/>
              </a:spcAft>
              <a:buClr>
                <a:srgbClr val="666666"/>
              </a:buClr>
              <a:buSzPts val="3400"/>
              <a:buFont typeface="Helvetica Neue"/>
              <a:buChar char="●"/>
              <a:defRPr sz="3400">
                <a:solidFill>
                  <a:srgbClr val="666666"/>
                </a:solidFill>
                <a:latin typeface="Source Code Pro"/>
                <a:ea typeface="Source Code Pro"/>
                <a:cs typeface="Source Code Pro"/>
                <a:sym typeface="Source Code Pro"/>
              </a:defRPr>
            </a:lvl1pPr>
            <a:lvl2pPr marL="914400" lvl="1" indent="-444500" algn="l">
              <a:lnSpc>
                <a:spcPct val="115000"/>
              </a:lnSpc>
              <a:spcBef>
                <a:spcPts val="0"/>
              </a:spcBef>
              <a:spcAft>
                <a:spcPts val="0"/>
              </a:spcAft>
              <a:buClr>
                <a:srgbClr val="666666"/>
              </a:buClr>
              <a:buSzPts val="3400"/>
              <a:buFont typeface="Helvetica Neue"/>
              <a:buChar char="○"/>
              <a:defRPr sz="3400">
                <a:solidFill>
                  <a:srgbClr val="666666"/>
                </a:solidFill>
                <a:latin typeface="Source Code Pro"/>
                <a:ea typeface="Source Code Pro"/>
                <a:cs typeface="Source Code Pro"/>
                <a:sym typeface="Source Code Pro"/>
              </a:defRPr>
            </a:lvl2pPr>
            <a:lvl3pPr marL="1371600" lvl="2" indent="-444500" algn="l">
              <a:lnSpc>
                <a:spcPct val="115000"/>
              </a:lnSpc>
              <a:spcBef>
                <a:spcPts val="0"/>
              </a:spcBef>
              <a:spcAft>
                <a:spcPts val="0"/>
              </a:spcAft>
              <a:buClr>
                <a:srgbClr val="666666"/>
              </a:buClr>
              <a:buSzPts val="3400"/>
              <a:buFont typeface="Helvetica Neue"/>
              <a:buChar char="■"/>
              <a:defRPr sz="3400">
                <a:solidFill>
                  <a:srgbClr val="666666"/>
                </a:solidFill>
                <a:latin typeface="Source Code Pro"/>
                <a:ea typeface="Source Code Pro"/>
                <a:cs typeface="Source Code Pro"/>
                <a:sym typeface="Source Code Pro"/>
              </a:defRPr>
            </a:lvl3pPr>
            <a:lvl4pPr marL="1828800" lvl="3" indent="-444500" algn="l">
              <a:lnSpc>
                <a:spcPct val="115000"/>
              </a:lnSpc>
              <a:spcBef>
                <a:spcPts val="0"/>
              </a:spcBef>
              <a:spcAft>
                <a:spcPts val="0"/>
              </a:spcAft>
              <a:buClr>
                <a:srgbClr val="666666"/>
              </a:buClr>
              <a:buSzPts val="3400"/>
              <a:buFont typeface="Helvetica Neue"/>
              <a:buChar char="●"/>
              <a:defRPr sz="3400">
                <a:solidFill>
                  <a:srgbClr val="666666"/>
                </a:solidFill>
                <a:latin typeface="Source Code Pro"/>
                <a:ea typeface="Source Code Pro"/>
                <a:cs typeface="Source Code Pro"/>
                <a:sym typeface="Source Code Pro"/>
              </a:defRPr>
            </a:lvl4pPr>
            <a:lvl5pPr marL="2286000" lvl="4" indent="-444500" algn="l">
              <a:lnSpc>
                <a:spcPct val="115000"/>
              </a:lnSpc>
              <a:spcBef>
                <a:spcPts val="0"/>
              </a:spcBef>
              <a:spcAft>
                <a:spcPts val="0"/>
              </a:spcAft>
              <a:buClr>
                <a:srgbClr val="666666"/>
              </a:buClr>
              <a:buSzPts val="3400"/>
              <a:buFont typeface="Helvetica Neue"/>
              <a:buChar char="○"/>
              <a:defRPr sz="3400">
                <a:solidFill>
                  <a:srgbClr val="666666"/>
                </a:solidFill>
                <a:latin typeface="Source Code Pro"/>
                <a:ea typeface="Source Code Pro"/>
                <a:cs typeface="Source Code Pro"/>
                <a:sym typeface="Source Code Pro"/>
              </a:defRPr>
            </a:lvl5pPr>
            <a:lvl6pPr marL="2743200" lvl="5" indent="-394335" algn="l">
              <a:lnSpc>
                <a:spcPct val="100000"/>
              </a:lnSpc>
              <a:spcBef>
                <a:spcPts val="4200"/>
              </a:spcBef>
              <a:spcAft>
                <a:spcPts val="0"/>
              </a:spcAft>
              <a:buClr>
                <a:srgbClr val="000000"/>
              </a:buClr>
              <a:buSzPts val="2610"/>
              <a:buChar char="•"/>
              <a:defRPr/>
            </a:lvl6pPr>
            <a:lvl7pPr marL="3200400" lvl="6" indent="-394335" algn="l">
              <a:lnSpc>
                <a:spcPct val="100000"/>
              </a:lnSpc>
              <a:spcBef>
                <a:spcPts val="4200"/>
              </a:spcBef>
              <a:spcAft>
                <a:spcPts val="0"/>
              </a:spcAft>
              <a:buClr>
                <a:srgbClr val="000000"/>
              </a:buClr>
              <a:buSzPts val="2610"/>
              <a:buChar char="•"/>
              <a:defRPr/>
            </a:lvl7pPr>
            <a:lvl8pPr marL="3657600" lvl="7" indent="-394334" algn="l">
              <a:lnSpc>
                <a:spcPct val="100000"/>
              </a:lnSpc>
              <a:spcBef>
                <a:spcPts val="4200"/>
              </a:spcBef>
              <a:spcAft>
                <a:spcPts val="0"/>
              </a:spcAft>
              <a:buClr>
                <a:srgbClr val="000000"/>
              </a:buClr>
              <a:buSzPts val="2610"/>
              <a:buChar char="•"/>
              <a:defRPr/>
            </a:lvl8pPr>
            <a:lvl9pPr marL="4114800" lvl="8" indent="-394334" algn="l">
              <a:lnSpc>
                <a:spcPct val="100000"/>
              </a:lnSpc>
              <a:spcBef>
                <a:spcPts val="4200"/>
              </a:spcBef>
              <a:spcAft>
                <a:spcPts val="0"/>
              </a:spcAft>
              <a:buClr>
                <a:srgbClr val="000000"/>
              </a:buClr>
              <a:buSzPts val="2610"/>
              <a:buChar char="•"/>
              <a:defRPr/>
            </a:lvl9pPr>
          </a:lstStyle>
          <a:p>
            <a:endParaRPr/>
          </a:p>
        </p:txBody>
      </p:sp>
      <p:sp>
        <p:nvSpPr>
          <p:cNvPr id="30" name="Google Shape;30;p6"/>
          <p:cNvSpPr txBox="1">
            <a:spLocks noGrp="1"/>
          </p:cNvSpPr>
          <p:nvPr>
            <p:ph type="sldNum" idx="12"/>
          </p:nvPr>
        </p:nvSpPr>
        <p:spPr>
          <a:xfrm>
            <a:off x="12303065" y="7861497"/>
            <a:ext cx="527027" cy="539454"/>
          </a:xfrm>
          <a:prstGeom prst="rect">
            <a:avLst/>
          </a:prstGeom>
          <a:noFill/>
          <a:ln>
            <a:noFill/>
          </a:ln>
        </p:spPr>
        <p:txBody>
          <a:bodyPr spcFirstLastPara="1" wrap="square" lIns="130025" tIns="130025" rIns="130025" bIns="130025" anchor="ctr" anchorCtr="0">
            <a:noAutofit/>
          </a:bodyPr>
          <a:lstStyle>
            <a:lvl1pPr marL="0" lvl="0"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1pPr>
            <a:lvl2pPr marL="0" lvl="1"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2pPr>
            <a:lvl3pPr marL="0" lvl="2"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3pPr>
            <a:lvl4pPr marL="0" lvl="3"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4pPr>
            <a:lvl5pPr marL="0" lvl="4"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5pPr>
            <a:lvl6pPr marL="0" lvl="5"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6pPr>
            <a:lvl7pPr marL="0" lvl="6"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7pPr>
            <a:lvl8pPr marL="0" lvl="7"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8pPr>
            <a:lvl9pPr marL="0" lvl="8"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US"/>
              <a:t>‹#›</a:t>
            </a:fld>
            <a:endParaRPr b="0" i="0" u="none" strike="noStrike" cap="non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1270000" y="3225800"/>
            <a:ext cx="10464800" cy="3302000"/>
          </a:xfrm>
          <a:prstGeom prst="rect">
            <a:avLst/>
          </a:prstGeom>
          <a:noFill/>
          <a:ln>
            <a:noFill/>
          </a:ln>
        </p:spPr>
        <p:txBody>
          <a:bodyPr spcFirstLastPara="1" wrap="square" lIns="50800" tIns="50800" rIns="50800" bIns="50800" anchor="ctr" anchorCtr="0">
            <a:no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3" name="Google Shape;33;p7"/>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noAutofit/>
          </a:bodyPr>
          <a:lstStyle>
            <a:lvl1pPr marL="0" lvl="0"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1pPr>
            <a:lvl2pPr marL="0" lvl="1"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2pPr>
            <a:lvl3pPr marL="0" lvl="2"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3pPr>
            <a:lvl4pPr marL="0" lvl="3"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4pPr>
            <a:lvl5pPr marL="0" lvl="4"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5pPr>
            <a:lvl6pPr marL="0" lvl="5"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6pPr>
            <a:lvl7pPr marL="0" lvl="6"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7pPr>
            <a:lvl8pPr marL="0" lvl="7"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8pPr>
            <a:lvl9pPr marL="0" lvl="8"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p:cSld name="TITLE 2">
    <p:bg>
      <p:bgPr>
        <a:solidFill>
          <a:srgbClr val="00FDC8"/>
        </a:solidFill>
        <a:effectLst/>
      </p:bgPr>
    </p:bg>
    <p:spTree>
      <p:nvGrpSpPr>
        <p:cNvPr id="1" name="Shape 34"/>
        <p:cNvGrpSpPr/>
        <p:nvPr/>
      </p:nvGrpSpPr>
      <p:grpSpPr>
        <a:xfrm>
          <a:off x="0" y="0"/>
          <a:ext cx="0" cy="0"/>
          <a:chOff x="0" y="0"/>
          <a:chExt cx="0" cy="0"/>
        </a:xfrm>
      </p:grpSpPr>
      <p:sp>
        <p:nvSpPr>
          <p:cNvPr id="35" name="Google Shape;35;p8"/>
          <p:cNvSpPr/>
          <p:nvPr/>
        </p:nvSpPr>
        <p:spPr>
          <a:xfrm>
            <a:off x="-1" y="1219199"/>
            <a:ext cx="13004803" cy="4876802"/>
          </a:xfrm>
          <a:prstGeom prst="rect">
            <a:avLst/>
          </a:prstGeom>
          <a:solidFill>
            <a:srgbClr val="FFFFF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000000"/>
              </a:solidFill>
              <a:latin typeface="Helvetica Neue"/>
              <a:ea typeface="Helvetica Neue"/>
              <a:cs typeface="Helvetica Neue"/>
              <a:sym typeface="Helvetica Neue"/>
            </a:endParaRPr>
          </a:p>
        </p:txBody>
      </p:sp>
      <p:sp>
        <p:nvSpPr>
          <p:cNvPr id="36" name="Google Shape;36;p8"/>
          <p:cNvSpPr txBox="1">
            <a:spLocks noGrp="1"/>
          </p:cNvSpPr>
          <p:nvPr>
            <p:ph type="title"/>
          </p:nvPr>
        </p:nvSpPr>
        <p:spPr>
          <a:xfrm>
            <a:off x="443306" y="1776924"/>
            <a:ext cx="12118187" cy="3826348"/>
          </a:xfrm>
          <a:prstGeom prst="rect">
            <a:avLst/>
          </a:prstGeom>
          <a:noFill/>
          <a:ln>
            <a:noFill/>
          </a:ln>
        </p:spPr>
        <p:txBody>
          <a:bodyPr spcFirstLastPara="1" wrap="square" lIns="130025" tIns="130025" rIns="130025" bIns="130025" anchor="ctr" anchorCtr="0">
            <a:noAutofit/>
          </a:bodyPr>
          <a:lstStyle>
            <a:lvl1pPr lvl="0" algn="ctr">
              <a:lnSpc>
                <a:spcPct val="100000"/>
              </a:lnSpc>
              <a:spcBef>
                <a:spcPts val="0"/>
              </a:spcBef>
              <a:spcAft>
                <a:spcPts val="0"/>
              </a:spcAft>
              <a:buClr>
                <a:srgbClr val="212121"/>
              </a:buClr>
              <a:buSzPts val="15000"/>
              <a:buFont typeface="Amatic SC"/>
              <a:buNone/>
              <a:defRPr sz="15000" b="1">
                <a:solidFill>
                  <a:srgbClr val="212121"/>
                </a:solidFill>
                <a:latin typeface="Amatic SC"/>
                <a:ea typeface="Amatic SC"/>
                <a:cs typeface="Amatic SC"/>
                <a:sym typeface="Amatic SC"/>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7" name="Google Shape;37;p8"/>
          <p:cNvSpPr txBox="1">
            <a:spLocks noGrp="1"/>
          </p:cNvSpPr>
          <p:nvPr>
            <p:ph type="body" idx="1"/>
          </p:nvPr>
        </p:nvSpPr>
        <p:spPr>
          <a:xfrm>
            <a:off x="443306" y="6752213"/>
            <a:ext cx="12118187" cy="1004374"/>
          </a:xfrm>
          <a:prstGeom prst="rect">
            <a:avLst/>
          </a:prstGeom>
          <a:noFill/>
          <a:ln>
            <a:noFill/>
          </a:ln>
        </p:spPr>
        <p:txBody>
          <a:bodyPr spcFirstLastPara="1" wrap="square" lIns="130025" tIns="130025" rIns="130025" bIns="130025" anchor="ctr" anchorCtr="0">
            <a:noAutofit/>
          </a:bodyPr>
          <a:lstStyle>
            <a:lvl1pPr marL="457200" lvl="0" indent="-228600" algn="ctr">
              <a:lnSpc>
                <a:spcPct val="100000"/>
              </a:lnSpc>
              <a:spcBef>
                <a:spcPts val="0"/>
              </a:spcBef>
              <a:spcAft>
                <a:spcPts val="0"/>
              </a:spcAft>
              <a:buClr>
                <a:srgbClr val="212121"/>
              </a:buClr>
              <a:buSzPts val="3800"/>
              <a:buFont typeface="Source Code Pro"/>
              <a:buNone/>
              <a:defRPr sz="3800" b="1">
                <a:solidFill>
                  <a:srgbClr val="212121"/>
                </a:solidFill>
                <a:latin typeface="Source Code Pro"/>
                <a:ea typeface="Source Code Pro"/>
                <a:cs typeface="Source Code Pro"/>
                <a:sym typeface="Source Code Pro"/>
              </a:defRPr>
            </a:lvl1pPr>
            <a:lvl2pPr marL="914400" lvl="1" indent="-228600" algn="ctr">
              <a:lnSpc>
                <a:spcPct val="100000"/>
              </a:lnSpc>
              <a:spcBef>
                <a:spcPts val="0"/>
              </a:spcBef>
              <a:spcAft>
                <a:spcPts val="0"/>
              </a:spcAft>
              <a:buClr>
                <a:srgbClr val="212121"/>
              </a:buClr>
              <a:buSzPts val="3800"/>
              <a:buFont typeface="Source Code Pro"/>
              <a:buNone/>
              <a:defRPr sz="3800" b="1">
                <a:solidFill>
                  <a:srgbClr val="212121"/>
                </a:solidFill>
                <a:latin typeface="Source Code Pro"/>
                <a:ea typeface="Source Code Pro"/>
                <a:cs typeface="Source Code Pro"/>
                <a:sym typeface="Source Code Pro"/>
              </a:defRPr>
            </a:lvl2pPr>
            <a:lvl3pPr marL="1371600" lvl="2" indent="-228600" algn="ctr">
              <a:lnSpc>
                <a:spcPct val="100000"/>
              </a:lnSpc>
              <a:spcBef>
                <a:spcPts val="0"/>
              </a:spcBef>
              <a:spcAft>
                <a:spcPts val="0"/>
              </a:spcAft>
              <a:buClr>
                <a:srgbClr val="212121"/>
              </a:buClr>
              <a:buSzPts val="3800"/>
              <a:buFont typeface="Source Code Pro"/>
              <a:buNone/>
              <a:defRPr sz="3800" b="1">
                <a:solidFill>
                  <a:srgbClr val="212121"/>
                </a:solidFill>
                <a:latin typeface="Source Code Pro"/>
                <a:ea typeface="Source Code Pro"/>
                <a:cs typeface="Source Code Pro"/>
                <a:sym typeface="Source Code Pro"/>
              </a:defRPr>
            </a:lvl3pPr>
            <a:lvl4pPr marL="1828800" lvl="3" indent="-228600" algn="ctr">
              <a:lnSpc>
                <a:spcPct val="100000"/>
              </a:lnSpc>
              <a:spcBef>
                <a:spcPts val="0"/>
              </a:spcBef>
              <a:spcAft>
                <a:spcPts val="0"/>
              </a:spcAft>
              <a:buClr>
                <a:srgbClr val="212121"/>
              </a:buClr>
              <a:buSzPts val="3800"/>
              <a:buFont typeface="Source Code Pro"/>
              <a:buNone/>
              <a:defRPr sz="3800" b="1">
                <a:solidFill>
                  <a:srgbClr val="212121"/>
                </a:solidFill>
                <a:latin typeface="Source Code Pro"/>
                <a:ea typeface="Source Code Pro"/>
                <a:cs typeface="Source Code Pro"/>
                <a:sym typeface="Source Code Pro"/>
              </a:defRPr>
            </a:lvl4pPr>
            <a:lvl5pPr marL="2286000" lvl="4" indent="-228600" algn="ctr">
              <a:lnSpc>
                <a:spcPct val="100000"/>
              </a:lnSpc>
              <a:spcBef>
                <a:spcPts val="0"/>
              </a:spcBef>
              <a:spcAft>
                <a:spcPts val="0"/>
              </a:spcAft>
              <a:buClr>
                <a:srgbClr val="212121"/>
              </a:buClr>
              <a:buSzPts val="3800"/>
              <a:buFont typeface="Source Code Pro"/>
              <a:buNone/>
              <a:defRPr sz="3800" b="1">
                <a:solidFill>
                  <a:srgbClr val="212121"/>
                </a:solidFill>
                <a:latin typeface="Source Code Pro"/>
                <a:ea typeface="Source Code Pro"/>
                <a:cs typeface="Source Code Pro"/>
                <a:sym typeface="Source Code Pro"/>
              </a:defRPr>
            </a:lvl5pPr>
            <a:lvl6pPr marL="2743200" lvl="5" indent="-394335" algn="l">
              <a:lnSpc>
                <a:spcPct val="100000"/>
              </a:lnSpc>
              <a:spcBef>
                <a:spcPts val="4200"/>
              </a:spcBef>
              <a:spcAft>
                <a:spcPts val="0"/>
              </a:spcAft>
              <a:buClr>
                <a:srgbClr val="000000"/>
              </a:buClr>
              <a:buSzPts val="2610"/>
              <a:buChar char="•"/>
              <a:defRPr/>
            </a:lvl6pPr>
            <a:lvl7pPr marL="3200400" lvl="6" indent="-394335" algn="l">
              <a:lnSpc>
                <a:spcPct val="100000"/>
              </a:lnSpc>
              <a:spcBef>
                <a:spcPts val="4200"/>
              </a:spcBef>
              <a:spcAft>
                <a:spcPts val="0"/>
              </a:spcAft>
              <a:buClr>
                <a:srgbClr val="000000"/>
              </a:buClr>
              <a:buSzPts val="2610"/>
              <a:buChar char="•"/>
              <a:defRPr/>
            </a:lvl7pPr>
            <a:lvl8pPr marL="3657600" lvl="7" indent="-394334" algn="l">
              <a:lnSpc>
                <a:spcPct val="100000"/>
              </a:lnSpc>
              <a:spcBef>
                <a:spcPts val="4200"/>
              </a:spcBef>
              <a:spcAft>
                <a:spcPts val="0"/>
              </a:spcAft>
              <a:buClr>
                <a:srgbClr val="000000"/>
              </a:buClr>
              <a:buSzPts val="2610"/>
              <a:buChar char="•"/>
              <a:defRPr/>
            </a:lvl8pPr>
            <a:lvl9pPr marL="4114800" lvl="8" indent="-394334" algn="l">
              <a:lnSpc>
                <a:spcPct val="100000"/>
              </a:lnSpc>
              <a:spcBef>
                <a:spcPts val="4200"/>
              </a:spcBef>
              <a:spcAft>
                <a:spcPts val="0"/>
              </a:spcAft>
              <a:buClr>
                <a:srgbClr val="000000"/>
              </a:buClr>
              <a:buSzPts val="2610"/>
              <a:buChar char="•"/>
              <a:defRPr/>
            </a:lvl9pPr>
          </a:lstStyle>
          <a:p>
            <a:endParaRPr/>
          </a:p>
        </p:txBody>
      </p:sp>
      <p:sp>
        <p:nvSpPr>
          <p:cNvPr id="38" name="Google Shape;38;p8"/>
          <p:cNvSpPr txBox="1">
            <a:spLocks noGrp="1"/>
          </p:cNvSpPr>
          <p:nvPr>
            <p:ph type="sldNum" idx="12"/>
          </p:nvPr>
        </p:nvSpPr>
        <p:spPr>
          <a:xfrm>
            <a:off x="12303065" y="7861497"/>
            <a:ext cx="527027" cy="539454"/>
          </a:xfrm>
          <a:prstGeom prst="rect">
            <a:avLst/>
          </a:prstGeom>
          <a:noFill/>
          <a:ln>
            <a:noFill/>
          </a:ln>
        </p:spPr>
        <p:txBody>
          <a:bodyPr spcFirstLastPara="1" wrap="square" lIns="130025" tIns="130025" rIns="130025" bIns="130025" anchor="ctr" anchorCtr="0">
            <a:noAutofit/>
          </a:bodyPr>
          <a:lstStyle>
            <a:lvl1pPr marL="0" lvl="0"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1pPr>
            <a:lvl2pPr marL="0" lvl="1"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2pPr>
            <a:lvl3pPr marL="0" lvl="2"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3pPr>
            <a:lvl4pPr marL="0" lvl="3"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4pPr>
            <a:lvl5pPr marL="0" lvl="4"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5pPr>
            <a:lvl6pPr marL="0" lvl="5"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6pPr>
            <a:lvl7pPr marL="0" lvl="6"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7pPr>
            <a:lvl8pPr marL="0" lvl="7"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8pPr>
            <a:lvl9pPr marL="0" lvl="8" indent="0" algn="r">
              <a:lnSpc>
                <a:spcPct val="100000"/>
              </a:lnSpc>
              <a:spcBef>
                <a:spcPts val="0"/>
              </a:spcBef>
              <a:spcAft>
                <a:spcPts val="0"/>
              </a:spcAft>
              <a:buClr>
                <a:srgbClr val="212121"/>
              </a:buClr>
              <a:buSzPts val="1800"/>
              <a:buFont typeface="Source Code Pro"/>
              <a:buNone/>
              <a:defRPr sz="1800">
                <a:solidFill>
                  <a:srgbClr val="212121"/>
                </a:solidFill>
                <a:latin typeface="Source Code Pro"/>
                <a:ea typeface="Source Code Pro"/>
                <a:cs typeface="Source Code Pro"/>
                <a:sym typeface="Source Code Pro"/>
              </a:defRPr>
            </a:lvl9pPr>
          </a:lstStyle>
          <a:p>
            <a:pPr marL="0" lvl="0" indent="0" algn="r" rtl="0">
              <a:spcBef>
                <a:spcPts val="0"/>
              </a:spcBef>
              <a:spcAft>
                <a:spcPts val="0"/>
              </a:spcAft>
              <a:buNone/>
            </a:pPr>
            <a:fld id="{00000000-1234-1234-1234-123412341234}" type="slidenum">
              <a:rPr lang="en-US"/>
              <a:t>‹#›</a:t>
            </a:fld>
            <a:endParaRPr b="0" i="0" u="none" strike="noStrike" cap="non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hoto - Vertical">
  <p:cSld name="Photo - Vertical">
    <p:spTree>
      <p:nvGrpSpPr>
        <p:cNvPr id="1" name="Shape 39"/>
        <p:cNvGrpSpPr/>
        <p:nvPr/>
      </p:nvGrpSpPr>
      <p:grpSpPr>
        <a:xfrm>
          <a:off x="0" y="0"/>
          <a:ext cx="0" cy="0"/>
          <a:chOff x="0" y="0"/>
          <a:chExt cx="0" cy="0"/>
        </a:xfrm>
      </p:grpSpPr>
      <p:sp>
        <p:nvSpPr>
          <p:cNvPr id="40" name="Google Shape;40;p9"/>
          <p:cNvSpPr>
            <a:spLocks noGrp="1"/>
          </p:cNvSpPr>
          <p:nvPr>
            <p:ph type="pic" idx="2"/>
          </p:nvPr>
        </p:nvSpPr>
        <p:spPr>
          <a:xfrm>
            <a:off x="6718300" y="635000"/>
            <a:ext cx="5334000" cy="82169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2pPr>
            <a:lvl3pPr marR="0" lvl="2"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3pPr>
            <a:lvl4pPr marR="0" lvl="3"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4pPr>
            <a:lvl5pPr marR="0" lvl="4"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5pPr>
            <a:lvl6pPr marR="0" lvl="5"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6pPr>
            <a:lvl7pPr marR="0" lvl="6"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7pPr>
            <a:lvl8pPr marR="0" lvl="7"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8pPr>
            <a:lvl9pPr marR="0" lvl="8"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9pPr>
          </a:lstStyle>
          <a:p>
            <a:endParaRPr/>
          </a:p>
        </p:txBody>
      </p:sp>
      <p:sp>
        <p:nvSpPr>
          <p:cNvPr id="41" name="Google Shape;41;p9"/>
          <p:cNvSpPr txBox="1">
            <a:spLocks noGrp="1"/>
          </p:cNvSpPr>
          <p:nvPr>
            <p:ph type="title"/>
          </p:nvPr>
        </p:nvSpPr>
        <p:spPr>
          <a:xfrm>
            <a:off x="952500" y="635000"/>
            <a:ext cx="5334000" cy="3987800"/>
          </a:xfrm>
          <a:prstGeom prst="rect">
            <a:avLst/>
          </a:prstGeom>
          <a:noFill/>
          <a:ln>
            <a:noFill/>
          </a:ln>
        </p:spPr>
        <p:txBody>
          <a:bodyPr spcFirstLastPara="1" wrap="square" lIns="50800" tIns="50800" rIns="50800" bIns="50800" anchor="b" anchorCtr="0">
            <a:noAutofit/>
          </a:bodyPr>
          <a:lstStyle>
            <a:lvl1pPr lvl="0" algn="ctr">
              <a:lnSpc>
                <a:spcPct val="100000"/>
              </a:lnSpc>
              <a:spcBef>
                <a:spcPts val="0"/>
              </a:spcBef>
              <a:spcAft>
                <a:spcPts val="0"/>
              </a:spcAft>
              <a:buClr>
                <a:srgbClr val="000000"/>
              </a:buClr>
              <a:buSzPts val="6000"/>
              <a:buFont typeface="Helvetica Neue"/>
              <a:buNone/>
              <a:defRPr sz="60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42" name="Google Shape;42;p9"/>
          <p:cNvSpPr txBox="1">
            <a:spLocks noGrp="1"/>
          </p:cNvSpPr>
          <p:nvPr>
            <p:ph type="body" idx="1"/>
          </p:nvPr>
        </p:nvSpPr>
        <p:spPr>
          <a:xfrm>
            <a:off x="952500" y="4724400"/>
            <a:ext cx="5334000" cy="4114800"/>
          </a:xfrm>
          <a:prstGeom prst="rect">
            <a:avLst/>
          </a:prstGeom>
          <a:noFill/>
          <a:ln>
            <a:noFill/>
          </a:ln>
        </p:spPr>
        <p:txBody>
          <a:bodyPr spcFirstLastPara="1" wrap="square" lIns="50800" tIns="50800" rIns="50800" bIns="50800" anchor="t" anchorCtr="0">
            <a:noAutofit/>
          </a:bodyPr>
          <a:lstStyle>
            <a:lvl1pPr marL="457200" lvl="0" indent="-228600" algn="ctr">
              <a:lnSpc>
                <a:spcPct val="100000"/>
              </a:lnSpc>
              <a:spcBef>
                <a:spcPts val="0"/>
              </a:spcBef>
              <a:spcAft>
                <a:spcPts val="0"/>
              </a:spcAft>
              <a:buClr>
                <a:srgbClr val="000000"/>
              </a:buClr>
              <a:buSzPts val="3700"/>
              <a:buFont typeface="Helvetica Neue"/>
              <a:buNone/>
              <a:defRPr sz="3700"/>
            </a:lvl1pPr>
            <a:lvl2pPr marL="914400" lvl="1" indent="-228600" algn="ctr">
              <a:lnSpc>
                <a:spcPct val="100000"/>
              </a:lnSpc>
              <a:spcBef>
                <a:spcPts val="0"/>
              </a:spcBef>
              <a:spcAft>
                <a:spcPts val="0"/>
              </a:spcAft>
              <a:buClr>
                <a:srgbClr val="000000"/>
              </a:buClr>
              <a:buSzPts val="3700"/>
              <a:buFont typeface="Helvetica Neue"/>
              <a:buNone/>
              <a:defRPr sz="3700"/>
            </a:lvl2pPr>
            <a:lvl3pPr marL="1371600" lvl="2" indent="-228600" algn="ctr">
              <a:lnSpc>
                <a:spcPct val="100000"/>
              </a:lnSpc>
              <a:spcBef>
                <a:spcPts val="0"/>
              </a:spcBef>
              <a:spcAft>
                <a:spcPts val="0"/>
              </a:spcAft>
              <a:buClr>
                <a:srgbClr val="000000"/>
              </a:buClr>
              <a:buSzPts val="3700"/>
              <a:buFont typeface="Helvetica Neue"/>
              <a:buNone/>
              <a:defRPr sz="3700"/>
            </a:lvl3pPr>
            <a:lvl4pPr marL="1828800" lvl="3" indent="-228600" algn="ctr">
              <a:lnSpc>
                <a:spcPct val="100000"/>
              </a:lnSpc>
              <a:spcBef>
                <a:spcPts val="0"/>
              </a:spcBef>
              <a:spcAft>
                <a:spcPts val="0"/>
              </a:spcAft>
              <a:buClr>
                <a:srgbClr val="000000"/>
              </a:buClr>
              <a:buSzPts val="3700"/>
              <a:buFont typeface="Helvetica Neue"/>
              <a:buNone/>
              <a:defRPr sz="3700"/>
            </a:lvl4pPr>
            <a:lvl5pPr marL="2286000" lvl="4" indent="-228600" algn="ctr">
              <a:lnSpc>
                <a:spcPct val="100000"/>
              </a:lnSpc>
              <a:spcBef>
                <a:spcPts val="0"/>
              </a:spcBef>
              <a:spcAft>
                <a:spcPts val="0"/>
              </a:spcAft>
              <a:buClr>
                <a:srgbClr val="000000"/>
              </a:buClr>
              <a:buSzPts val="3700"/>
              <a:buFont typeface="Helvetica Neue"/>
              <a:buNone/>
              <a:defRPr sz="3700"/>
            </a:lvl5pPr>
            <a:lvl6pPr marL="2743200" lvl="5" indent="-394335" algn="l">
              <a:lnSpc>
                <a:spcPct val="100000"/>
              </a:lnSpc>
              <a:spcBef>
                <a:spcPts val="4200"/>
              </a:spcBef>
              <a:spcAft>
                <a:spcPts val="0"/>
              </a:spcAft>
              <a:buClr>
                <a:srgbClr val="000000"/>
              </a:buClr>
              <a:buSzPts val="2610"/>
              <a:buChar char="•"/>
              <a:defRPr/>
            </a:lvl6pPr>
            <a:lvl7pPr marL="3200400" lvl="6" indent="-394335" algn="l">
              <a:lnSpc>
                <a:spcPct val="100000"/>
              </a:lnSpc>
              <a:spcBef>
                <a:spcPts val="4200"/>
              </a:spcBef>
              <a:spcAft>
                <a:spcPts val="0"/>
              </a:spcAft>
              <a:buClr>
                <a:srgbClr val="000000"/>
              </a:buClr>
              <a:buSzPts val="2610"/>
              <a:buChar char="•"/>
              <a:defRPr/>
            </a:lvl7pPr>
            <a:lvl8pPr marL="3657600" lvl="7" indent="-394334" algn="l">
              <a:lnSpc>
                <a:spcPct val="100000"/>
              </a:lnSpc>
              <a:spcBef>
                <a:spcPts val="4200"/>
              </a:spcBef>
              <a:spcAft>
                <a:spcPts val="0"/>
              </a:spcAft>
              <a:buClr>
                <a:srgbClr val="000000"/>
              </a:buClr>
              <a:buSzPts val="2610"/>
              <a:buChar char="•"/>
              <a:defRPr/>
            </a:lvl8pPr>
            <a:lvl9pPr marL="4114800" lvl="8" indent="-394334" algn="l">
              <a:lnSpc>
                <a:spcPct val="100000"/>
              </a:lnSpc>
              <a:spcBef>
                <a:spcPts val="4200"/>
              </a:spcBef>
              <a:spcAft>
                <a:spcPts val="0"/>
              </a:spcAft>
              <a:buClr>
                <a:srgbClr val="000000"/>
              </a:buClr>
              <a:buSzPts val="2610"/>
              <a:buChar char="•"/>
              <a:defRPr/>
            </a:lvl9pPr>
          </a:lstStyle>
          <a:p>
            <a:endParaRPr/>
          </a:p>
        </p:txBody>
      </p:sp>
      <p:sp>
        <p:nvSpPr>
          <p:cNvPr id="43" name="Google Shape;43;p9"/>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noAutofit/>
          </a:bodyPr>
          <a:lstStyle>
            <a:lvl1pPr marL="0" lvl="0"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1pPr>
            <a:lvl2pPr marL="0" lvl="1"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2pPr>
            <a:lvl3pPr marL="0" lvl="2"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3pPr>
            <a:lvl4pPr marL="0" lvl="3"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4pPr>
            <a:lvl5pPr marL="0" lvl="4"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5pPr>
            <a:lvl6pPr marL="0" lvl="5"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6pPr>
            <a:lvl7pPr marL="0" lvl="6"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7pPr>
            <a:lvl8pPr marL="0" lvl="7"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8pPr>
            <a:lvl9pPr marL="0" lvl="8"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Top">
  <p:cSld name="Title - Top">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952500" y="254000"/>
            <a:ext cx="11099800" cy="2159000"/>
          </a:xfrm>
          <a:prstGeom prst="rect">
            <a:avLst/>
          </a:prstGeom>
          <a:noFill/>
          <a:ln>
            <a:noFill/>
          </a:ln>
        </p:spPr>
        <p:txBody>
          <a:bodyPr spcFirstLastPara="1" wrap="square" lIns="50800" tIns="50800" rIns="50800" bIns="50800" anchor="ctr" anchorCtr="0">
            <a:no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46" name="Google Shape;46;p10"/>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noAutofit/>
          </a:bodyPr>
          <a:lstStyle>
            <a:lvl1pPr marL="0" lvl="0"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1pPr>
            <a:lvl2pPr marL="0" lvl="1"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2pPr>
            <a:lvl3pPr marL="0" lvl="2"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3pPr>
            <a:lvl4pPr marL="0" lvl="3"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4pPr>
            <a:lvl5pPr marL="0" lvl="4"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5pPr>
            <a:lvl6pPr marL="0" lvl="5"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6pPr>
            <a:lvl7pPr marL="0" lvl="6"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7pPr>
            <a:lvl8pPr marL="0" lvl="7"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8pPr>
            <a:lvl9pPr marL="0" lvl="8"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47"/>
        <p:cNvGrpSpPr/>
        <p:nvPr/>
      </p:nvGrpSpPr>
      <p:grpSpPr>
        <a:xfrm>
          <a:off x="0" y="0"/>
          <a:ext cx="0" cy="0"/>
          <a:chOff x="0" y="0"/>
          <a:chExt cx="0" cy="0"/>
        </a:xfrm>
      </p:grpSpPr>
      <p:sp>
        <p:nvSpPr>
          <p:cNvPr id="48" name="Google Shape;48;p11"/>
          <p:cNvSpPr>
            <a:spLocks noGrp="1"/>
          </p:cNvSpPr>
          <p:nvPr>
            <p:ph type="pic" idx="2"/>
          </p:nvPr>
        </p:nvSpPr>
        <p:spPr>
          <a:xfrm>
            <a:off x="6718300" y="2590800"/>
            <a:ext cx="5334000" cy="62865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2pPr>
            <a:lvl3pPr marR="0" lvl="2"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3pPr>
            <a:lvl4pPr marR="0" lvl="3"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4pPr>
            <a:lvl5pPr marR="0" lvl="4"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5pPr>
            <a:lvl6pPr marR="0" lvl="5"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6pPr>
            <a:lvl7pPr marR="0" lvl="6"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7pPr>
            <a:lvl8pPr marR="0" lvl="7"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8pPr>
            <a:lvl9pPr marR="0" lvl="8"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9pPr>
          </a:lstStyle>
          <a:p>
            <a:endParaRPr/>
          </a:p>
        </p:txBody>
      </p:sp>
      <p:sp>
        <p:nvSpPr>
          <p:cNvPr id="49" name="Google Shape;49;p11"/>
          <p:cNvSpPr txBox="1">
            <a:spLocks noGrp="1"/>
          </p:cNvSpPr>
          <p:nvPr>
            <p:ph type="title"/>
          </p:nvPr>
        </p:nvSpPr>
        <p:spPr>
          <a:xfrm>
            <a:off x="952500" y="254000"/>
            <a:ext cx="11099800" cy="2159000"/>
          </a:xfrm>
          <a:prstGeom prst="rect">
            <a:avLst/>
          </a:prstGeom>
          <a:noFill/>
          <a:ln>
            <a:noFill/>
          </a:ln>
        </p:spPr>
        <p:txBody>
          <a:bodyPr spcFirstLastPara="1" wrap="square" lIns="50800" tIns="50800" rIns="50800" bIns="50800" anchor="ctr" anchorCtr="0">
            <a:no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50" name="Google Shape;50;p11"/>
          <p:cNvSpPr txBox="1">
            <a:spLocks noGrp="1"/>
          </p:cNvSpPr>
          <p:nvPr>
            <p:ph type="body" idx="1"/>
          </p:nvPr>
        </p:nvSpPr>
        <p:spPr>
          <a:xfrm>
            <a:off x="952500" y="2590800"/>
            <a:ext cx="5334000" cy="6286500"/>
          </a:xfrm>
          <a:prstGeom prst="rect">
            <a:avLst/>
          </a:prstGeom>
          <a:noFill/>
          <a:ln>
            <a:noFill/>
          </a:ln>
        </p:spPr>
        <p:txBody>
          <a:bodyPr spcFirstLastPara="1" wrap="square" lIns="50800" tIns="50800" rIns="50800" bIns="50800" anchor="ctr" anchorCtr="0">
            <a:noAutofit/>
          </a:bodyPr>
          <a:lstStyle>
            <a:lvl1pPr marL="457200" lvl="0" indent="-486410" algn="l">
              <a:lnSpc>
                <a:spcPct val="100000"/>
              </a:lnSpc>
              <a:spcBef>
                <a:spcPts val="3200"/>
              </a:spcBef>
              <a:spcAft>
                <a:spcPts val="0"/>
              </a:spcAft>
              <a:buClr>
                <a:srgbClr val="000000"/>
              </a:buClr>
              <a:buSzPts val="4060"/>
              <a:buFont typeface="Helvetica Neue"/>
              <a:buChar char="•"/>
              <a:defRPr sz="2800"/>
            </a:lvl1pPr>
            <a:lvl2pPr marL="914400" lvl="1" indent="-486410" algn="l">
              <a:lnSpc>
                <a:spcPct val="100000"/>
              </a:lnSpc>
              <a:spcBef>
                <a:spcPts val="3200"/>
              </a:spcBef>
              <a:spcAft>
                <a:spcPts val="0"/>
              </a:spcAft>
              <a:buClr>
                <a:srgbClr val="000000"/>
              </a:buClr>
              <a:buSzPts val="4060"/>
              <a:buFont typeface="Helvetica Neue"/>
              <a:buChar char="•"/>
              <a:defRPr sz="2800"/>
            </a:lvl2pPr>
            <a:lvl3pPr marL="1371600" lvl="2" indent="-486410" algn="l">
              <a:lnSpc>
                <a:spcPct val="100000"/>
              </a:lnSpc>
              <a:spcBef>
                <a:spcPts val="3200"/>
              </a:spcBef>
              <a:spcAft>
                <a:spcPts val="0"/>
              </a:spcAft>
              <a:buClr>
                <a:srgbClr val="000000"/>
              </a:buClr>
              <a:buSzPts val="4060"/>
              <a:buFont typeface="Helvetica Neue"/>
              <a:buChar char="•"/>
              <a:defRPr sz="2800"/>
            </a:lvl3pPr>
            <a:lvl4pPr marL="1828800" lvl="3" indent="-486410" algn="l">
              <a:lnSpc>
                <a:spcPct val="100000"/>
              </a:lnSpc>
              <a:spcBef>
                <a:spcPts val="3200"/>
              </a:spcBef>
              <a:spcAft>
                <a:spcPts val="0"/>
              </a:spcAft>
              <a:buClr>
                <a:srgbClr val="000000"/>
              </a:buClr>
              <a:buSzPts val="4060"/>
              <a:buFont typeface="Helvetica Neue"/>
              <a:buChar char="•"/>
              <a:defRPr sz="2800"/>
            </a:lvl4pPr>
            <a:lvl5pPr marL="2286000" lvl="4" indent="-486410" algn="l">
              <a:lnSpc>
                <a:spcPct val="100000"/>
              </a:lnSpc>
              <a:spcBef>
                <a:spcPts val="3200"/>
              </a:spcBef>
              <a:spcAft>
                <a:spcPts val="0"/>
              </a:spcAft>
              <a:buClr>
                <a:srgbClr val="000000"/>
              </a:buClr>
              <a:buSzPts val="4060"/>
              <a:buFont typeface="Helvetica Neue"/>
              <a:buChar char="•"/>
              <a:defRPr sz="2800"/>
            </a:lvl5pPr>
            <a:lvl6pPr marL="2743200" lvl="5" indent="-394335" algn="l">
              <a:lnSpc>
                <a:spcPct val="100000"/>
              </a:lnSpc>
              <a:spcBef>
                <a:spcPts val="4200"/>
              </a:spcBef>
              <a:spcAft>
                <a:spcPts val="0"/>
              </a:spcAft>
              <a:buClr>
                <a:srgbClr val="000000"/>
              </a:buClr>
              <a:buSzPts val="2610"/>
              <a:buChar char="•"/>
              <a:defRPr/>
            </a:lvl6pPr>
            <a:lvl7pPr marL="3200400" lvl="6" indent="-394335" algn="l">
              <a:lnSpc>
                <a:spcPct val="100000"/>
              </a:lnSpc>
              <a:spcBef>
                <a:spcPts val="4200"/>
              </a:spcBef>
              <a:spcAft>
                <a:spcPts val="0"/>
              </a:spcAft>
              <a:buClr>
                <a:srgbClr val="000000"/>
              </a:buClr>
              <a:buSzPts val="2610"/>
              <a:buChar char="•"/>
              <a:defRPr/>
            </a:lvl7pPr>
            <a:lvl8pPr marL="3657600" lvl="7" indent="-394334" algn="l">
              <a:lnSpc>
                <a:spcPct val="100000"/>
              </a:lnSpc>
              <a:spcBef>
                <a:spcPts val="4200"/>
              </a:spcBef>
              <a:spcAft>
                <a:spcPts val="0"/>
              </a:spcAft>
              <a:buClr>
                <a:srgbClr val="000000"/>
              </a:buClr>
              <a:buSzPts val="2610"/>
              <a:buChar char="•"/>
              <a:defRPr/>
            </a:lvl8pPr>
            <a:lvl9pPr marL="4114800" lvl="8" indent="-394334" algn="l">
              <a:lnSpc>
                <a:spcPct val="100000"/>
              </a:lnSpc>
              <a:spcBef>
                <a:spcPts val="4200"/>
              </a:spcBef>
              <a:spcAft>
                <a:spcPts val="0"/>
              </a:spcAft>
              <a:buClr>
                <a:srgbClr val="000000"/>
              </a:buClr>
              <a:buSzPts val="2610"/>
              <a:buChar char="•"/>
              <a:defRPr/>
            </a:lvl9pPr>
          </a:lstStyle>
          <a:p>
            <a:endParaRPr/>
          </a:p>
        </p:txBody>
      </p:sp>
      <p:sp>
        <p:nvSpPr>
          <p:cNvPr id="51" name="Google Shape;51;p11"/>
          <p:cNvSpPr txBox="1">
            <a:spLocks noGrp="1"/>
          </p:cNvSpPr>
          <p:nvPr>
            <p:ph type="sldNum" idx="12"/>
          </p:nvPr>
        </p:nvSpPr>
        <p:spPr>
          <a:xfrm>
            <a:off x="6328884" y="9296400"/>
            <a:ext cx="340259" cy="342900"/>
          </a:xfrm>
          <a:prstGeom prst="rect">
            <a:avLst/>
          </a:prstGeom>
          <a:noFill/>
          <a:ln>
            <a:noFill/>
          </a:ln>
        </p:spPr>
        <p:txBody>
          <a:bodyPr spcFirstLastPara="1" wrap="square" lIns="50800" tIns="50800" rIns="50800" bIns="50800" anchor="t" anchorCtr="0">
            <a:noAutofit/>
          </a:bodyPr>
          <a:lstStyle>
            <a:lvl1pPr marL="0" lvl="0" indent="0" algn="ctr">
              <a:lnSpc>
                <a:spcPct val="100000"/>
              </a:lnSpc>
              <a:spcBef>
                <a:spcPts val="0"/>
              </a:spcBef>
              <a:spcAft>
                <a:spcPts val="0"/>
              </a:spcAft>
              <a:buClr>
                <a:srgbClr val="000000"/>
              </a:buClr>
              <a:buSzPts val="1600"/>
              <a:buFont typeface="Helvetica Neue Light"/>
              <a:buNone/>
              <a:defRPr>
                <a:latin typeface="Helvetica Neue Light"/>
                <a:ea typeface="Helvetica Neue Light"/>
                <a:cs typeface="Helvetica Neue Light"/>
                <a:sym typeface="Helvetica Neue Light"/>
              </a:defRPr>
            </a:lvl1pPr>
            <a:lvl2pPr marL="0" lvl="1" indent="0" algn="ctr">
              <a:lnSpc>
                <a:spcPct val="100000"/>
              </a:lnSpc>
              <a:spcBef>
                <a:spcPts val="0"/>
              </a:spcBef>
              <a:spcAft>
                <a:spcPts val="0"/>
              </a:spcAft>
              <a:buClr>
                <a:srgbClr val="000000"/>
              </a:buClr>
              <a:buSzPts val="1600"/>
              <a:buFont typeface="Helvetica Neue Light"/>
              <a:buNone/>
              <a:defRPr>
                <a:latin typeface="Helvetica Neue Light"/>
                <a:ea typeface="Helvetica Neue Light"/>
                <a:cs typeface="Helvetica Neue Light"/>
                <a:sym typeface="Helvetica Neue Light"/>
              </a:defRPr>
            </a:lvl2pPr>
            <a:lvl3pPr marL="0" lvl="2" indent="0" algn="ctr">
              <a:lnSpc>
                <a:spcPct val="100000"/>
              </a:lnSpc>
              <a:spcBef>
                <a:spcPts val="0"/>
              </a:spcBef>
              <a:spcAft>
                <a:spcPts val="0"/>
              </a:spcAft>
              <a:buClr>
                <a:srgbClr val="000000"/>
              </a:buClr>
              <a:buSzPts val="1600"/>
              <a:buFont typeface="Helvetica Neue Light"/>
              <a:buNone/>
              <a:defRPr>
                <a:latin typeface="Helvetica Neue Light"/>
                <a:ea typeface="Helvetica Neue Light"/>
                <a:cs typeface="Helvetica Neue Light"/>
                <a:sym typeface="Helvetica Neue Light"/>
              </a:defRPr>
            </a:lvl3pPr>
            <a:lvl4pPr marL="0" lvl="3" indent="0" algn="ctr">
              <a:lnSpc>
                <a:spcPct val="100000"/>
              </a:lnSpc>
              <a:spcBef>
                <a:spcPts val="0"/>
              </a:spcBef>
              <a:spcAft>
                <a:spcPts val="0"/>
              </a:spcAft>
              <a:buClr>
                <a:srgbClr val="000000"/>
              </a:buClr>
              <a:buSzPts val="1600"/>
              <a:buFont typeface="Helvetica Neue Light"/>
              <a:buNone/>
              <a:defRPr>
                <a:latin typeface="Helvetica Neue Light"/>
                <a:ea typeface="Helvetica Neue Light"/>
                <a:cs typeface="Helvetica Neue Light"/>
                <a:sym typeface="Helvetica Neue Light"/>
              </a:defRPr>
            </a:lvl4pPr>
            <a:lvl5pPr marL="0" lvl="4" indent="0" algn="ctr">
              <a:lnSpc>
                <a:spcPct val="100000"/>
              </a:lnSpc>
              <a:spcBef>
                <a:spcPts val="0"/>
              </a:spcBef>
              <a:spcAft>
                <a:spcPts val="0"/>
              </a:spcAft>
              <a:buClr>
                <a:srgbClr val="000000"/>
              </a:buClr>
              <a:buSzPts val="1600"/>
              <a:buFont typeface="Helvetica Neue Light"/>
              <a:buNone/>
              <a:defRPr>
                <a:latin typeface="Helvetica Neue Light"/>
                <a:ea typeface="Helvetica Neue Light"/>
                <a:cs typeface="Helvetica Neue Light"/>
                <a:sym typeface="Helvetica Neue Light"/>
              </a:defRPr>
            </a:lvl5pPr>
            <a:lvl6pPr marL="0" lvl="5" indent="0" algn="ctr">
              <a:lnSpc>
                <a:spcPct val="100000"/>
              </a:lnSpc>
              <a:spcBef>
                <a:spcPts val="0"/>
              </a:spcBef>
              <a:spcAft>
                <a:spcPts val="0"/>
              </a:spcAft>
              <a:buClr>
                <a:srgbClr val="000000"/>
              </a:buClr>
              <a:buSzPts val="1600"/>
              <a:buFont typeface="Helvetica Neue Light"/>
              <a:buNone/>
              <a:defRPr>
                <a:latin typeface="Helvetica Neue Light"/>
                <a:ea typeface="Helvetica Neue Light"/>
                <a:cs typeface="Helvetica Neue Light"/>
                <a:sym typeface="Helvetica Neue Light"/>
              </a:defRPr>
            </a:lvl6pPr>
            <a:lvl7pPr marL="0" lvl="6" indent="0" algn="ctr">
              <a:lnSpc>
                <a:spcPct val="100000"/>
              </a:lnSpc>
              <a:spcBef>
                <a:spcPts val="0"/>
              </a:spcBef>
              <a:spcAft>
                <a:spcPts val="0"/>
              </a:spcAft>
              <a:buClr>
                <a:srgbClr val="000000"/>
              </a:buClr>
              <a:buSzPts val="1600"/>
              <a:buFont typeface="Helvetica Neue Light"/>
              <a:buNone/>
              <a:defRPr>
                <a:latin typeface="Helvetica Neue Light"/>
                <a:ea typeface="Helvetica Neue Light"/>
                <a:cs typeface="Helvetica Neue Light"/>
                <a:sym typeface="Helvetica Neue Light"/>
              </a:defRPr>
            </a:lvl7pPr>
            <a:lvl8pPr marL="0" lvl="7" indent="0" algn="ctr">
              <a:lnSpc>
                <a:spcPct val="100000"/>
              </a:lnSpc>
              <a:spcBef>
                <a:spcPts val="0"/>
              </a:spcBef>
              <a:spcAft>
                <a:spcPts val="0"/>
              </a:spcAft>
              <a:buClr>
                <a:srgbClr val="000000"/>
              </a:buClr>
              <a:buSzPts val="1600"/>
              <a:buFont typeface="Helvetica Neue Light"/>
              <a:buNone/>
              <a:defRPr>
                <a:latin typeface="Helvetica Neue Light"/>
                <a:ea typeface="Helvetica Neue Light"/>
                <a:cs typeface="Helvetica Neue Light"/>
                <a:sym typeface="Helvetica Neue Light"/>
              </a:defRPr>
            </a:lvl8pPr>
            <a:lvl9pPr marL="0" lvl="8" indent="0" algn="ctr">
              <a:lnSpc>
                <a:spcPct val="100000"/>
              </a:lnSpc>
              <a:spcBef>
                <a:spcPts val="0"/>
              </a:spcBef>
              <a:spcAft>
                <a:spcPts val="0"/>
              </a:spcAft>
              <a:buClr>
                <a:srgbClr val="000000"/>
              </a:buClr>
              <a:buSzPts val="1600"/>
              <a:buFont typeface="Helvetica Neue Light"/>
              <a:buNone/>
              <a:defRPr>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sz="1600" b="0" i="0" u="none" strike="noStrike" cap="none">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52"/>
        <p:cNvGrpSpPr/>
        <p:nvPr/>
      </p:nvGrpSpPr>
      <p:grpSpPr>
        <a:xfrm>
          <a:off x="0" y="0"/>
          <a:ext cx="0" cy="0"/>
          <a:chOff x="0" y="0"/>
          <a:chExt cx="0" cy="0"/>
        </a:xfrm>
      </p:grpSpPr>
      <p:sp>
        <p:nvSpPr>
          <p:cNvPr id="53" name="Google Shape;53;p12"/>
          <p:cNvSpPr txBox="1">
            <a:spLocks noGrp="1"/>
          </p:cNvSpPr>
          <p:nvPr>
            <p:ph type="body" idx="1"/>
          </p:nvPr>
        </p:nvSpPr>
        <p:spPr>
          <a:xfrm>
            <a:off x="952500" y="1270000"/>
            <a:ext cx="11099800" cy="7213600"/>
          </a:xfrm>
          <a:prstGeom prst="rect">
            <a:avLst/>
          </a:prstGeom>
          <a:noFill/>
          <a:ln>
            <a:noFill/>
          </a:ln>
        </p:spPr>
        <p:txBody>
          <a:bodyPr spcFirstLastPara="1" wrap="square" lIns="50800" tIns="50800" rIns="50800" bIns="50800" anchor="ctr" anchorCtr="0">
            <a:noAutofit/>
          </a:bodyPr>
          <a:lstStyle>
            <a:lvl1pPr marL="457200" lvl="0" indent="-394335" algn="l">
              <a:lnSpc>
                <a:spcPct val="100000"/>
              </a:lnSpc>
              <a:spcBef>
                <a:spcPts val="4200"/>
              </a:spcBef>
              <a:spcAft>
                <a:spcPts val="0"/>
              </a:spcAft>
              <a:buClr>
                <a:srgbClr val="000000"/>
              </a:buClr>
              <a:buSzPts val="2610"/>
              <a:buChar char="•"/>
              <a:defRPr/>
            </a:lvl1pPr>
            <a:lvl2pPr marL="914400" lvl="1" indent="-394335" algn="l">
              <a:lnSpc>
                <a:spcPct val="100000"/>
              </a:lnSpc>
              <a:spcBef>
                <a:spcPts val="4200"/>
              </a:spcBef>
              <a:spcAft>
                <a:spcPts val="0"/>
              </a:spcAft>
              <a:buClr>
                <a:srgbClr val="000000"/>
              </a:buClr>
              <a:buSzPts val="2610"/>
              <a:buChar char="•"/>
              <a:defRPr/>
            </a:lvl2pPr>
            <a:lvl3pPr marL="1371600" lvl="2" indent="-394335" algn="l">
              <a:lnSpc>
                <a:spcPct val="100000"/>
              </a:lnSpc>
              <a:spcBef>
                <a:spcPts val="4200"/>
              </a:spcBef>
              <a:spcAft>
                <a:spcPts val="0"/>
              </a:spcAft>
              <a:buClr>
                <a:srgbClr val="000000"/>
              </a:buClr>
              <a:buSzPts val="2610"/>
              <a:buChar char="•"/>
              <a:defRPr/>
            </a:lvl3pPr>
            <a:lvl4pPr marL="1828800" lvl="3" indent="-394335" algn="l">
              <a:lnSpc>
                <a:spcPct val="100000"/>
              </a:lnSpc>
              <a:spcBef>
                <a:spcPts val="4200"/>
              </a:spcBef>
              <a:spcAft>
                <a:spcPts val="0"/>
              </a:spcAft>
              <a:buClr>
                <a:srgbClr val="000000"/>
              </a:buClr>
              <a:buSzPts val="2610"/>
              <a:buChar char="•"/>
              <a:defRPr/>
            </a:lvl4pPr>
            <a:lvl5pPr marL="2286000" lvl="4" indent="-394335" algn="l">
              <a:lnSpc>
                <a:spcPct val="100000"/>
              </a:lnSpc>
              <a:spcBef>
                <a:spcPts val="4200"/>
              </a:spcBef>
              <a:spcAft>
                <a:spcPts val="0"/>
              </a:spcAft>
              <a:buClr>
                <a:srgbClr val="000000"/>
              </a:buClr>
              <a:buSzPts val="2610"/>
              <a:buChar char="•"/>
              <a:defRPr/>
            </a:lvl5pPr>
            <a:lvl6pPr marL="2743200" lvl="5" indent="-394335" algn="l">
              <a:lnSpc>
                <a:spcPct val="100000"/>
              </a:lnSpc>
              <a:spcBef>
                <a:spcPts val="4200"/>
              </a:spcBef>
              <a:spcAft>
                <a:spcPts val="0"/>
              </a:spcAft>
              <a:buClr>
                <a:srgbClr val="000000"/>
              </a:buClr>
              <a:buSzPts val="2610"/>
              <a:buChar char="•"/>
              <a:defRPr/>
            </a:lvl6pPr>
            <a:lvl7pPr marL="3200400" lvl="6" indent="-394335" algn="l">
              <a:lnSpc>
                <a:spcPct val="100000"/>
              </a:lnSpc>
              <a:spcBef>
                <a:spcPts val="4200"/>
              </a:spcBef>
              <a:spcAft>
                <a:spcPts val="0"/>
              </a:spcAft>
              <a:buClr>
                <a:srgbClr val="000000"/>
              </a:buClr>
              <a:buSzPts val="2610"/>
              <a:buChar char="•"/>
              <a:defRPr/>
            </a:lvl7pPr>
            <a:lvl8pPr marL="3657600" lvl="7" indent="-394334" algn="l">
              <a:lnSpc>
                <a:spcPct val="100000"/>
              </a:lnSpc>
              <a:spcBef>
                <a:spcPts val="4200"/>
              </a:spcBef>
              <a:spcAft>
                <a:spcPts val="0"/>
              </a:spcAft>
              <a:buClr>
                <a:srgbClr val="000000"/>
              </a:buClr>
              <a:buSzPts val="2610"/>
              <a:buChar char="•"/>
              <a:defRPr/>
            </a:lvl8pPr>
            <a:lvl9pPr marL="4114800" lvl="8" indent="-394334" algn="l">
              <a:lnSpc>
                <a:spcPct val="100000"/>
              </a:lnSpc>
              <a:spcBef>
                <a:spcPts val="4200"/>
              </a:spcBef>
              <a:spcAft>
                <a:spcPts val="0"/>
              </a:spcAft>
              <a:buClr>
                <a:srgbClr val="000000"/>
              </a:buClr>
              <a:buSzPts val="2610"/>
              <a:buChar char="•"/>
              <a:defRPr/>
            </a:lvl9pPr>
          </a:lstStyle>
          <a:p>
            <a:endParaRPr/>
          </a:p>
        </p:txBody>
      </p:sp>
      <p:sp>
        <p:nvSpPr>
          <p:cNvPr id="54" name="Google Shape;54;p12"/>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noAutofit/>
          </a:bodyPr>
          <a:lstStyle>
            <a:lvl1pPr marL="0" lvl="0"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1pPr>
            <a:lvl2pPr marL="0" lvl="1"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2pPr>
            <a:lvl3pPr marL="0" lvl="2"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3pPr>
            <a:lvl4pPr marL="0" lvl="3"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4pPr>
            <a:lvl5pPr marL="0" lvl="4"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5pPr>
            <a:lvl6pPr marL="0" lvl="5"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6pPr>
            <a:lvl7pPr marL="0" lvl="6"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7pPr>
            <a:lvl8pPr marL="0" lvl="7"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8pPr>
            <a:lvl9pPr marL="0" lvl="8"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55"/>
        <p:cNvGrpSpPr/>
        <p:nvPr/>
      </p:nvGrpSpPr>
      <p:grpSpPr>
        <a:xfrm>
          <a:off x="0" y="0"/>
          <a:ext cx="0" cy="0"/>
          <a:chOff x="0" y="0"/>
          <a:chExt cx="0" cy="0"/>
        </a:xfrm>
      </p:grpSpPr>
      <p:sp>
        <p:nvSpPr>
          <p:cNvPr id="56" name="Google Shape;56;p13"/>
          <p:cNvSpPr>
            <a:spLocks noGrp="1"/>
          </p:cNvSpPr>
          <p:nvPr>
            <p:ph type="pic" idx="2"/>
          </p:nvPr>
        </p:nvSpPr>
        <p:spPr>
          <a:xfrm>
            <a:off x="6718300" y="5092700"/>
            <a:ext cx="5334000" cy="37719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2pPr>
            <a:lvl3pPr marR="0" lvl="2"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3pPr>
            <a:lvl4pPr marR="0" lvl="3"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4pPr>
            <a:lvl5pPr marR="0" lvl="4"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5pPr>
            <a:lvl6pPr marR="0" lvl="5"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6pPr>
            <a:lvl7pPr marR="0" lvl="6"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7pPr>
            <a:lvl8pPr marR="0" lvl="7"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8pPr>
            <a:lvl9pPr marR="0" lvl="8"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9pPr>
          </a:lstStyle>
          <a:p>
            <a:endParaRPr/>
          </a:p>
        </p:txBody>
      </p:sp>
      <p:sp>
        <p:nvSpPr>
          <p:cNvPr id="57" name="Google Shape;57;p13"/>
          <p:cNvSpPr>
            <a:spLocks noGrp="1"/>
          </p:cNvSpPr>
          <p:nvPr>
            <p:ph type="pic" idx="3"/>
          </p:nvPr>
        </p:nvSpPr>
        <p:spPr>
          <a:xfrm>
            <a:off x="6718300" y="889000"/>
            <a:ext cx="5334000" cy="37719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2pPr>
            <a:lvl3pPr marR="0" lvl="2"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3pPr>
            <a:lvl4pPr marR="0" lvl="3"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4pPr>
            <a:lvl5pPr marR="0" lvl="4"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5pPr>
            <a:lvl6pPr marR="0" lvl="5"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6pPr>
            <a:lvl7pPr marR="0" lvl="6"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7pPr>
            <a:lvl8pPr marR="0" lvl="7"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8pPr>
            <a:lvl9pPr marR="0" lvl="8"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9pPr>
          </a:lstStyle>
          <a:p>
            <a:endParaRPr/>
          </a:p>
        </p:txBody>
      </p:sp>
      <p:sp>
        <p:nvSpPr>
          <p:cNvPr id="58" name="Google Shape;58;p13"/>
          <p:cNvSpPr>
            <a:spLocks noGrp="1"/>
          </p:cNvSpPr>
          <p:nvPr>
            <p:ph type="pic" idx="4"/>
          </p:nvPr>
        </p:nvSpPr>
        <p:spPr>
          <a:xfrm>
            <a:off x="952500" y="889000"/>
            <a:ext cx="5334000" cy="79756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2pPr>
            <a:lvl3pPr marR="0" lvl="2"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3pPr>
            <a:lvl4pPr marR="0" lvl="3"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4pPr>
            <a:lvl5pPr marR="0" lvl="4"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5pPr>
            <a:lvl6pPr marR="0" lvl="5"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6pPr>
            <a:lvl7pPr marR="0" lvl="6"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7pPr>
            <a:lvl8pPr marR="0" lvl="7"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8pPr>
            <a:lvl9pPr marR="0" lvl="8"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9pPr>
          </a:lstStyle>
          <a:p>
            <a:endParaRPr/>
          </a:p>
        </p:txBody>
      </p:sp>
      <p:sp>
        <p:nvSpPr>
          <p:cNvPr id="59" name="Google Shape;59;p13"/>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noAutofit/>
          </a:bodyPr>
          <a:lstStyle>
            <a:lvl1pPr marL="0" lvl="0"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1pPr>
            <a:lvl2pPr marL="0" lvl="1"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2pPr>
            <a:lvl3pPr marL="0" lvl="2"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3pPr>
            <a:lvl4pPr marL="0" lvl="3"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4pPr>
            <a:lvl5pPr marL="0" lvl="4"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5pPr>
            <a:lvl6pPr marL="0" lvl="5"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6pPr>
            <a:lvl7pPr marL="0" lvl="6"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7pPr>
            <a:lvl8pPr marL="0" lvl="7"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8pPr>
            <a:lvl9pPr marL="0" lvl="8"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60"/>
        <p:cNvGrpSpPr/>
        <p:nvPr/>
      </p:nvGrpSpPr>
      <p:grpSpPr>
        <a:xfrm>
          <a:off x="0" y="0"/>
          <a:ext cx="0" cy="0"/>
          <a:chOff x="0" y="0"/>
          <a:chExt cx="0" cy="0"/>
        </a:xfrm>
      </p:grpSpPr>
      <p:sp>
        <p:nvSpPr>
          <p:cNvPr id="61" name="Google Shape;61;p14"/>
          <p:cNvSpPr txBox="1">
            <a:spLocks noGrp="1"/>
          </p:cNvSpPr>
          <p:nvPr>
            <p:ph type="body" idx="1"/>
          </p:nvPr>
        </p:nvSpPr>
        <p:spPr>
          <a:xfrm>
            <a:off x="1270000" y="6362700"/>
            <a:ext cx="10464800" cy="461366"/>
          </a:xfrm>
          <a:prstGeom prst="rect">
            <a:avLst/>
          </a:prstGeom>
          <a:noFill/>
          <a:ln>
            <a:noFill/>
          </a:ln>
        </p:spPr>
        <p:txBody>
          <a:bodyPr spcFirstLastPara="1" wrap="square" lIns="50800" tIns="50800" rIns="50800" bIns="50800" anchor="t" anchorCtr="0">
            <a:noAutofit/>
          </a:bodyPr>
          <a:lstStyle>
            <a:lvl1pPr marL="457200" lvl="0" indent="-228600" algn="ctr">
              <a:lnSpc>
                <a:spcPct val="100000"/>
              </a:lnSpc>
              <a:spcBef>
                <a:spcPts val="0"/>
              </a:spcBef>
              <a:spcAft>
                <a:spcPts val="0"/>
              </a:spcAft>
              <a:buClr>
                <a:srgbClr val="000000"/>
              </a:buClr>
              <a:buSzPts val="2400"/>
              <a:buFont typeface="Helvetica Neue"/>
              <a:buNone/>
              <a:defRPr sz="2400" i="1"/>
            </a:lvl1pPr>
            <a:lvl2pPr marL="914400" lvl="1" indent="-394335" algn="l">
              <a:lnSpc>
                <a:spcPct val="100000"/>
              </a:lnSpc>
              <a:spcBef>
                <a:spcPts val="4200"/>
              </a:spcBef>
              <a:spcAft>
                <a:spcPts val="0"/>
              </a:spcAft>
              <a:buClr>
                <a:srgbClr val="000000"/>
              </a:buClr>
              <a:buSzPts val="2610"/>
              <a:buChar char="•"/>
              <a:defRPr/>
            </a:lvl2pPr>
            <a:lvl3pPr marL="1371600" lvl="2" indent="-394335" algn="l">
              <a:lnSpc>
                <a:spcPct val="100000"/>
              </a:lnSpc>
              <a:spcBef>
                <a:spcPts val="4200"/>
              </a:spcBef>
              <a:spcAft>
                <a:spcPts val="0"/>
              </a:spcAft>
              <a:buClr>
                <a:srgbClr val="000000"/>
              </a:buClr>
              <a:buSzPts val="2610"/>
              <a:buChar char="•"/>
              <a:defRPr/>
            </a:lvl3pPr>
            <a:lvl4pPr marL="1828800" lvl="3" indent="-394335" algn="l">
              <a:lnSpc>
                <a:spcPct val="100000"/>
              </a:lnSpc>
              <a:spcBef>
                <a:spcPts val="4200"/>
              </a:spcBef>
              <a:spcAft>
                <a:spcPts val="0"/>
              </a:spcAft>
              <a:buClr>
                <a:srgbClr val="000000"/>
              </a:buClr>
              <a:buSzPts val="2610"/>
              <a:buChar char="•"/>
              <a:defRPr/>
            </a:lvl4pPr>
            <a:lvl5pPr marL="2286000" lvl="4" indent="-394335" algn="l">
              <a:lnSpc>
                <a:spcPct val="100000"/>
              </a:lnSpc>
              <a:spcBef>
                <a:spcPts val="4200"/>
              </a:spcBef>
              <a:spcAft>
                <a:spcPts val="0"/>
              </a:spcAft>
              <a:buClr>
                <a:srgbClr val="000000"/>
              </a:buClr>
              <a:buSzPts val="2610"/>
              <a:buChar char="•"/>
              <a:defRPr/>
            </a:lvl5pPr>
            <a:lvl6pPr marL="2743200" lvl="5" indent="-394335" algn="l">
              <a:lnSpc>
                <a:spcPct val="100000"/>
              </a:lnSpc>
              <a:spcBef>
                <a:spcPts val="4200"/>
              </a:spcBef>
              <a:spcAft>
                <a:spcPts val="0"/>
              </a:spcAft>
              <a:buClr>
                <a:srgbClr val="000000"/>
              </a:buClr>
              <a:buSzPts val="2610"/>
              <a:buChar char="•"/>
              <a:defRPr/>
            </a:lvl6pPr>
            <a:lvl7pPr marL="3200400" lvl="6" indent="-394335" algn="l">
              <a:lnSpc>
                <a:spcPct val="100000"/>
              </a:lnSpc>
              <a:spcBef>
                <a:spcPts val="4200"/>
              </a:spcBef>
              <a:spcAft>
                <a:spcPts val="0"/>
              </a:spcAft>
              <a:buClr>
                <a:srgbClr val="000000"/>
              </a:buClr>
              <a:buSzPts val="2610"/>
              <a:buChar char="•"/>
              <a:defRPr/>
            </a:lvl7pPr>
            <a:lvl8pPr marL="3657600" lvl="7" indent="-394334" algn="l">
              <a:lnSpc>
                <a:spcPct val="100000"/>
              </a:lnSpc>
              <a:spcBef>
                <a:spcPts val="4200"/>
              </a:spcBef>
              <a:spcAft>
                <a:spcPts val="0"/>
              </a:spcAft>
              <a:buClr>
                <a:srgbClr val="000000"/>
              </a:buClr>
              <a:buSzPts val="2610"/>
              <a:buChar char="•"/>
              <a:defRPr/>
            </a:lvl8pPr>
            <a:lvl9pPr marL="4114800" lvl="8" indent="-394334" algn="l">
              <a:lnSpc>
                <a:spcPct val="100000"/>
              </a:lnSpc>
              <a:spcBef>
                <a:spcPts val="4200"/>
              </a:spcBef>
              <a:spcAft>
                <a:spcPts val="0"/>
              </a:spcAft>
              <a:buClr>
                <a:srgbClr val="000000"/>
              </a:buClr>
              <a:buSzPts val="2610"/>
              <a:buChar char="•"/>
              <a:defRPr/>
            </a:lvl9pPr>
          </a:lstStyle>
          <a:p>
            <a:endParaRPr/>
          </a:p>
        </p:txBody>
      </p:sp>
      <p:sp>
        <p:nvSpPr>
          <p:cNvPr id="62" name="Google Shape;62;p14"/>
          <p:cNvSpPr txBox="1">
            <a:spLocks noGrp="1"/>
          </p:cNvSpPr>
          <p:nvPr>
            <p:ph type="body" idx="2"/>
          </p:nvPr>
        </p:nvSpPr>
        <p:spPr>
          <a:xfrm>
            <a:off x="1270000" y="4267112"/>
            <a:ext cx="10464800" cy="609776"/>
          </a:xfrm>
          <a:prstGeom prst="rect">
            <a:avLst/>
          </a:prstGeom>
          <a:noFill/>
          <a:ln>
            <a:noFill/>
          </a:ln>
        </p:spPr>
        <p:txBody>
          <a:bodyPr spcFirstLastPara="1" wrap="square" lIns="50800" tIns="50800" rIns="50800" bIns="50800" anchor="ctr" anchorCtr="0">
            <a:noAutofit/>
          </a:bodyPr>
          <a:lstStyle>
            <a:lvl1pPr marL="457200" lvl="0" indent="-228600" algn="ctr">
              <a:lnSpc>
                <a:spcPct val="100000"/>
              </a:lnSpc>
              <a:spcBef>
                <a:spcPts val="0"/>
              </a:spcBef>
              <a:spcAft>
                <a:spcPts val="0"/>
              </a:spcAft>
              <a:buClr>
                <a:srgbClr val="000000"/>
              </a:buClr>
              <a:buSzPts val="3400"/>
              <a:buFont typeface="Helvetica Neue"/>
              <a:buNone/>
              <a:defRPr sz="3400">
                <a:latin typeface="Helvetica Neue"/>
                <a:ea typeface="Helvetica Neue"/>
                <a:cs typeface="Helvetica Neue"/>
                <a:sym typeface="Helvetica Neue"/>
              </a:defRPr>
            </a:lvl1pPr>
            <a:lvl2pPr marL="914400" lvl="1" indent="-394335" algn="l">
              <a:lnSpc>
                <a:spcPct val="100000"/>
              </a:lnSpc>
              <a:spcBef>
                <a:spcPts val="4200"/>
              </a:spcBef>
              <a:spcAft>
                <a:spcPts val="0"/>
              </a:spcAft>
              <a:buClr>
                <a:srgbClr val="000000"/>
              </a:buClr>
              <a:buSzPts val="2610"/>
              <a:buChar char="•"/>
              <a:defRPr/>
            </a:lvl2pPr>
            <a:lvl3pPr marL="1371600" lvl="2" indent="-394335" algn="l">
              <a:lnSpc>
                <a:spcPct val="100000"/>
              </a:lnSpc>
              <a:spcBef>
                <a:spcPts val="4200"/>
              </a:spcBef>
              <a:spcAft>
                <a:spcPts val="0"/>
              </a:spcAft>
              <a:buClr>
                <a:srgbClr val="000000"/>
              </a:buClr>
              <a:buSzPts val="2610"/>
              <a:buChar char="•"/>
              <a:defRPr/>
            </a:lvl3pPr>
            <a:lvl4pPr marL="1828800" lvl="3" indent="-394335" algn="l">
              <a:lnSpc>
                <a:spcPct val="100000"/>
              </a:lnSpc>
              <a:spcBef>
                <a:spcPts val="4200"/>
              </a:spcBef>
              <a:spcAft>
                <a:spcPts val="0"/>
              </a:spcAft>
              <a:buClr>
                <a:srgbClr val="000000"/>
              </a:buClr>
              <a:buSzPts val="2610"/>
              <a:buChar char="•"/>
              <a:defRPr/>
            </a:lvl4pPr>
            <a:lvl5pPr marL="2286000" lvl="4" indent="-394335" algn="l">
              <a:lnSpc>
                <a:spcPct val="100000"/>
              </a:lnSpc>
              <a:spcBef>
                <a:spcPts val="4200"/>
              </a:spcBef>
              <a:spcAft>
                <a:spcPts val="0"/>
              </a:spcAft>
              <a:buClr>
                <a:srgbClr val="000000"/>
              </a:buClr>
              <a:buSzPts val="2610"/>
              <a:buChar char="•"/>
              <a:defRPr/>
            </a:lvl5pPr>
            <a:lvl6pPr marL="2743200" lvl="5" indent="-394335" algn="l">
              <a:lnSpc>
                <a:spcPct val="100000"/>
              </a:lnSpc>
              <a:spcBef>
                <a:spcPts val="4200"/>
              </a:spcBef>
              <a:spcAft>
                <a:spcPts val="0"/>
              </a:spcAft>
              <a:buClr>
                <a:srgbClr val="000000"/>
              </a:buClr>
              <a:buSzPts val="2610"/>
              <a:buChar char="•"/>
              <a:defRPr/>
            </a:lvl6pPr>
            <a:lvl7pPr marL="3200400" lvl="6" indent="-394335" algn="l">
              <a:lnSpc>
                <a:spcPct val="100000"/>
              </a:lnSpc>
              <a:spcBef>
                <a:spcPts val="4200"/>
              </a:spcBef>
              <a:spcAft>
                <a:spcPts val="0"/>
              </a:spcAft>
              <a:buClr>
                <a:srgbClr val="000000"/>
              </a:buClr>
              <a:buSzPts val="2610"/>
              <a:buChar char="•"/>
              <a:defRPr/>
            </a:lvl7pPr>
            <a:lvl8pPr marL="3657600" lvl="7" indent="-394334" algn="l">
              <a:lnSpc>
                <a:spcPct val="100000"/>
              </a:lnSpc>
              <a:spcBef>
                <a:spcPts val="4200"/>
              </a:spcBef>
              <a:spcAft>
                <a:spcPts val="0"/>
              </a:spcAft>
              <a:buClr>
                <a:srgbClr val="000000"/>
              </a:buClr>
              <a:buSzPts val="2610"/>
              <a:buChar char="•"/>
              <a:defRPr/>
            </a:lvl8pPr>
            <a:lvl9pPr marL="4114800" lvl="8" indent="-394334" algn="l">
              <a:lnSpc>
                <a:spcPct val="100000"/>
              </a:lnSpc>
              <a:spcBef>
                <a:spcPts val="4200"/>
              </a:spcBef>
              <a:spcAft>
                <a:spcPts val="0"/>
              </a:spcAft>
              <a:buClr>
                <a:srgbClr val="000000"/>
              </a:buClr>
              <a:buSzPts val="2610"/>
              <a:buChar char="•"/>
              <a:defRPr/>
            </a:lvl9pPr>
          </a:lstStyle>
          <a:p>
            <a:endParaRPr/>
          </a:p>
        </p:txBody>
      </p:sp>
      <p:sp>
        <p:nvSpPr>
          <p:cNvPr id="63" name="Google Shape;63;p14"/>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noAutofit/>
          </a:bodyPr>
          <a:lstStyle>
            <a:lvl1pPr marL="0" lvl="0"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1pPr>
            <a:lvl2pPr marL="0" lvl="1"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2pPr>
            <a:lvl3pPr marL="0" lvl="2"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3pPr>
            <a:lvl4pPr marL="0" lvl="3"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4pPr>
            <a:lvl5pPr marL="0" lvl="4"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5pPr>
            <a:lvl6pPr marL="0" lvl="5"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6pPr>
            <a:lvl7pPr marL="0" lvl="6"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7pPr>
            <a:lvl8pPr marL="0" lvl="7"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8pPr>
            <a:lvl9pPr marL="0" lvl="8"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64"/>
        <p:cNvGrpSpPr/>
        <p:nvPr/>
      </p:nvGrpSpPr>
      <p:grpSpPr>
        <a:xfrm>
          <a:off x="0" y="0"/>
          <a:ext cx="0" cy="0"/>
          <a:chOff x="0" y="0"/>
          <a:chExt cx="0" cy="0"/>
        </a:xfrm>
      </p:grpSpPr>
      <p:sp>
        <p:nvSpPr>
          <p:cNvPr id="65" name="Google Shape;65;p15"/>
          <p:cNvSpPr>
            <a:spLocks noGrp="1"/>
          </p:cNvSpPr>
          <p:nvPr>
            <p:ph type="pic" idx="2"/>
          </p:nvPr>
        </p:nvSpPr>
        <p:spPr>
          <a:xfrm>
            <a:off x="0" y="0"/>
            <a:ext cx="13004800" cy="97536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2pPr>
            <a:lvl3pPr marR="0" lvl="2"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3pPr>
            <a:lvl4pPr marR="0" lvl="3"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4pPr>
            <a:lvl5pPr marR="0" lvl="4"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5pPr>
            <a:lvl6pPr marR="0" lvl="5"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6pPr>
            <a:lvl7pPr marR="0" lvl="6"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7pPr>
            <a:lvl8pPr marR="0" lvl="7"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8pPr>
            <a:lvl9pPr marR="0" lvl="8"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9pPr>
          </a:lstStyle>
          <a:p>
            <a:endParaRPr/>
          </a:p>
        </p:txBody>
      </p:sp>
      <p:sp>
        <p:nvSpPr>
          <p:cNvPr id="66" name="Google Shape;66;p15"/>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noAutofit/>
          </a:bodyPr>
          <a:lstStyle>
            <a:lvl1pPr marL="0" lvl="0"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1pPr>
            <a:lvl2pPr marL="0" lvl="1"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2pPr>
            <a:lvl3pPr marL="0" lvl="2"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3pPr>
            <a:lvl4pPr marL="0" lvl="3"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4pPr>
            <a:lvl5pPr marL="0" lvl="4"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5pPr>
            <a:lvl6pPr marL="0" lvl="5"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6pPr>
            <a:lvl7pPr marL="0" lvl="6"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7pPr>
            <a:lvl8pPr marL="0" lvl="7"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8pPr>
            <a:lvl9pPr marL="0" lvl="8"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67"/>
        <p:cNvGrpSpPr/>
        <p:nvPr/>
      </p:nvGrpSpPr>
      <p:grpSpPr>
        <a:xfrm>
          <a:off x="0" y="0"/>
          <a:ext cx="0" cy="0"/>
          <a:chOff x="0" y="0"/>
          <a:chExt cx="0" cy="0"/>
        </a:xfrm>
      </p:grpSpPr>
      <p:sp>
        <p:nvSpPr>
          <p:cNvPr id="68" name="Google Shape;68;p16"/>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noAutofit/>
          </a:bodyPr>
          <a:lstStyle>
            <a:lvl1pPr marL="0" lvl="0"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1pPr>
            <a:lvl2pPr marL="0" lvl="1"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2pPr>
            <a:lvl3pPr marL="0" lvl="2"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3pPr>
            <a:lvl4pPr marL="0" lvl="3"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4pPr>
            <a:lvl5pPr marL="0" lvl="4"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5pPr>
            <a:lvl6pPr marL="0" lvl="5"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6pPr>
            <a:lvl7pPr marL="0" lvl="6"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7pPr>
            <a:lvl8pPr marL="0" lvl="7"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8pPr>
            <a:lvl9pPr marL="0" lvl="8" indent="0" algn="ctr">
              <a:lnSpc>
                <a:spcPct val="100000"/>
              </a:lnSpc>
              <a:spcBef>
                <a:spcPts val="0"/>
              </a:spcBef>
              <a:spcAft>
                <a:spcPts val="0"/>
              </a:spcAft>
              <a:buClr>
                <a:srgbClr val="000000"/>
              </a:buClr>
              <a:buSzPts val="1600"/>
              <a:buFont typeface="Helvetica Neue Light"/>
              <a:buNone/>
              <a:defRPr sz="1600" b="0">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2500" y="254000"/>
            <a:ext cx="11099800" cy="2159000"/>
          </a:xfrm>
          <a:prstGeom prst="rect">
            <a:avLst/>
          </a:prstGeom>
          <a:noFill/>
          <a:ln>
            <a:noFill/>
          </a:ln>
        </p:spPr>
        <p:txBody>
          <a:bodyPr spcFirstLastPara="1" wrap="square" lIns="50800" tIns="50800" rIns="50800" bIns="50800" anchor="ctr" anchorCtr="0">
            <a:noAutofit/>
          </a:bodyPr>
          <a:lstStyle>
            <a:lvl1pPr marR="0" lvl="0" algn="ctr" rtl="0">
              <a:lnSpc>
                <a:spcPct val="100000"/>
              </a:lnSpc>
              <a:spcBef>
                <a:spcPts val="0"/>
              </a:spcBef>
              <a:spcAft>
                <a:spcPts val="0"/>
              </a:spcAft>
              <a:buClr>
                <a:srgbClr val="000000"/>
              </a:buClr>
              <a:buSzPts val="8000"/>
              <a:buFont typeface="Helvetica Neue"/>
              <a:buNone/>
              <a:defRPr sz="8000" b="0" i="0" u="none" strike="noStrike" cap="none">
                <a:solidFill>
                  <a:srgbClr val="000000"/>
                </a:solidFill>
                <a:latin typeface="Helvetica Neue"/>
                <a:ea typeface="Helvetica Neue"/>
                <a:cs typeface="Helvetica Neue"/>
                <a:sym typeface="Helvetica Neue"/>
              </a:defRPr>
            </a:lvl1pPr>
            <a:lvl2pPr marR="0" lvl="1" algn="ctr" rtl="0">
              <a:lnSpc>
                <a:spcPct val="100000"/>
              </a:lnSpc>
              <a:spcBef>
                <a:spcPts val="0"/>
              </a:spcBef>
              <a:spcAft>
                <a:spcPts val="0"/>
              </a:spcAft>
              <a:buClr>
                <a:srgbClr val="000000"/>
              </a:buClr>
              <a:buSzPts val="8000"/>
              <a:buFont typeface="Helvetica Neue"/>
              <a:buNone/>
              <a:defRPr sz="8000" b="0" i="0" u="none" strike="noStrike" cap="none">
                <a:solidFill>
                  <a:srgbClr val="000000"/>
                </a:solidFill>
                <a:latin typeface="Helvetica Neue"/>
                <a:ea typeface="Helvetica Neue"/>
                <a:cs typeface="Helvetica Neue"/>
                <a:sym typeface="Helvetica Neue"/>
              </a:defRPr>
            </a:lvl2pPr>
            <a:lvl3pPr marR="0" lvl="2" algn="ctr" rtl="0">
              <a:lnSpc>
                <a:spcPct val="100000"/>
              </a:lnSpc>
              <a:spcBef>
                <a:spcPts val="0"/>
              </a:spcBef>
              <a:spcAft>
                <a:spcPts val="0"/>
              </a:spcAft>
              <a:buClr>
                <a:srgbClr val="000000"/>
              </a:buClr>
              <a:buSzPts val="8000"/>
              <a:buFont typeface="Helvetica Neue"/>
              <a:buNone/>
              <a:defRPr sz="8000" b="0" i="0" u="none" strike="noStrike" cap="none">
                <a:solidFill>
                  <a:srgbClr val="000000"/>
                </a:solidFill>
                <a:latin typeface="Helvetica Neue"/>
                <a:ea typeface="Helvetica Neue"/>
                <a:cs typeface="Helvetica Neue"/>
                <a:sym typeface="Helvetica Neue"/>
              </a:defRPr>
            </a:lvl3pPr>
            <a:lvl4pPr marR="0" lvl="3" algn="ctr" rtl="0">
              <a:lnSpc>
                <a:spcPct val="100000"/>
              </a:lnSpc>
              <a:spcBef>
                <a:spcPts val="0"/>
              </a:spcBef>
              <a:spcAft>
                <a:spcPts val="0"/>
              </a:spcAft>
              <a:buClr>
                <a:srgbClr val="000000"/>
              </a:buClr>
              <a:buSzPts val="8000"/>
              <a:buFont typeface="Helvetica Neue"/>
              <a:buNone/>
              <a:defRPr sz="8000" b="0" i="0" u="none" strike="noStrike" cap="none">
                <a:solidFill>
                  <a:srgbClr val="000000"/>
                </a:solidFill>
                <a:latin typeface="Helvetica Neue"/>
                <a:ea typeface="Helvetica Neue"/>
                <a:cs typeface="Helvetica Neue"/>
                <a:sym typeface="Helvetica Neue"/>
              </a:defRPr>
            </a:lvl4pPr>
            <a:lvl5pPr marR="0" lvl="4" algn="ctr" rtl="0">
              <a:lnSpc>
                <a:spcPct val="100000"/>
              </a:lnSpc>
              <a:spcBef>
                <a:spcPts val="0"/>
              </a:spcBef>
              <a:spcAft>
                <a:spcPts val="0"/>
              </a:spcAft>
              <a:buClr>
                <a:srgbClr val="000000"/>
              </a:buClr>
              <a:buSzPts val="8000"/>
              <a:buFont typeface="Helvetica Neue"/>
              <a:buNone/>
              <a:defRPr sz="8000" b="0" i="0" u="none" strike="noStrike" cap="none">
                <a:solidFill>
                  <a:srgbClr val="000000"/>
                </a:solidFill>
                <a:latin typeface="Helvetica Neue"/>
                <a:ea typeface="Helvetica Neue"/>
                <a:cs typeface="Helvetica Neue"/>
                <a:sym typeface="Helvetica Neue"/>
              </a:defRPr>
            </a:lvl5pPr>
            <a:lvl6pPr marR="0" lvl="5" algn="ctr" rtl="0">
              <a:lnSpc>
                <a:spcPct val="100000"/>
              </a:lnSpc>
              <a:spcBef>
                <a:spcPts val="0"/>
              </a:spcBef>
              <a:spcAft>
                <a:spcPts val="0"/>
              </a:spcAft>
              <a:buClr>
                <a:srgbClr val="000000"/>
              </a:buClr>
              <a:buSzPts val="8000"/>
              <a:buFont typeface="Helvetica Neue"/>
              <a:buNone/>
              <a:defRPr sz="8000" b="0" i="0" u="none" strike="noStrike" cap="none">
                <a:solidFill>
                  <a:srgbClr val="000000"/>
                </a:solidFill>
                <a:latin typeface="Helvetica Neue"/>
                <a:ea typeface="Helvetica Neue"/>
                <a:cs typeface="Helvetica Neue"/>
                <a:sym typeface="Helvetica Neue"/>
              </a:defRPr>
            </a:lvl6pPr>
            <a:lvl7pPr marR="0" lvl="6" algn="ctr" rtl="0">
              <a:lnSpc>
                <a:spcPct val="100000"/>
              </a:lnSpc>
              <a:spcBef>
                <a:spcPts val="0"/>
              </a:spcBef>
              <a:spcAft>
                <a:spcPts val="0"/>
              </a:spcAft>
              <a:buClr>
                <a:srgbClr val="000000"/>
              </a:buClr>
              <a:buSzPts val="8000"/>
              <a:buFont typeface="Helvetica Neue"/>
              <a:buNone/>
              <a:defRPr sz="8000" b="0" i="0" u="none" strike="noStrike" cap="none">
                <a:solidFill>
                  <a:srgbClr val="000000"/>
                </a:solidFill>
                <a:latin typeface="Helvetica Neue"/>
                <a:ea typeface="Helvetica Neue"/>
                <a:cs typeface="Helvetica Neue"/>
                <a:sym typeface="Helvetica Neue"/>
              </a:defRPr>
            </a:lvl7pPr>
            <a:lvl8pPr marR="0" lvl="7" algn="ctr" rtl="0">
              <a:lnSpc>
                <a:spcPct val="100000"/>
              </a:lnSpc>
              <a:spcBef>
                <a:spcPts val="0"/>
              </a:spcBef>
              <a:spcAft>
                <a:spcPts val="0"/>
              </a:spcAft>
              <a:buClr>
                <a:srgbClr val="000000"/>
              </a:buClr>
              <a:buSzPts val="8000"/>
              <a:buFont typeface="Helvetica Neue"/>
              <a:buNone/>
              <a:defRPr sz="8000" b="0" i="0" u="none" strike="noStrike" cap="none">
                <a:solidFill>
                  <a:srgbClr val="000000"/>
                </a:solidFill>
                <a:latin typeface="Helvetica Neue"/>
                <a:ea typeface="Helvetica Neue"/>
                <a:cs typeface="Helvetica Neue"/>
                <a:sym typeface="Helvetica Neue"/>
              </a:defRPr>
            </a:lvl8pPr>
            <a:lvl9pPr marR="0" lvl="8" algn="ctr" rtl="0">
              <a:lnSpc>
                <a:spcPct val="100000"/>
              </a:lnSpc>
              <a:spcBef>
                <a:spcPts val="0"/>
              </a:spcBef>
              <a:spcAft>
                <a:spcPts val="0"/>
              </a:spcAft>
              <a:buClr>
                <a:srgbClr val="000000"/>
              </a:buClr>
              <a:buSzPts val="8000"/>
              <a:buFont typeface="Helvetica Neue"/>
              <a:buNone/>
              <a:defRPr sz="8000" b="0" i="0" u="none" strike="noStrike" cap="none">
                <a:solidFill>
                  <a:srgbClr val="000000"/>
                </a:solidFill>
                <a:latin typeface="Helvetica Neue"/>
                <a:ea typeface="Helvetica Neue"/>
                <a:cs typeface="Helvetica Neue"/>
                <a:sym typeface="Helvetica Neue"/>
              </a:defRPr>
            </a:lvl9pPr>
          </a:lstStyle>
          <a:p>
            <a:endParaRPr/>
          </a:p>
        </p:txBody>
      </p:sp>
      <p:sp>
        <p:nvSpPr>
          <p:cNvPr id="7" name="Google Shape;7;p1"/>
          <p:cNvSpPr txBox="1">
            <a:spLocks noGrp="1"/>
          </p:cNvSpPr>
          <p:nvPr>
            <p:ph type="body" idx="1"/>
          </p:nvPr>
        </p:nvSpPr>
        <p:spPr>
          <a:xfrm>
            <a:off x="952500" y="2590800"/>
            <a:ext cx="11099800" cy="6286500"/>
          </a:xfrm>
          <a:prstGeom prst="rect">
            <a:avLst/>
          </a:prstGeom>
          <a:noFill/>
          <a:ln>
            <a:noFill/>
          </a:ln>
        </p:spPr>
        <p:txBody>
          <a:bodyPr spcFirstLastPara="1" wrap="square" lIns="50800" tIns="50800" rIns="50800" bIns="50800" anchor="ctr" anchorCtr="0">
            <a:noAutofit/>
          </a:bodyPr>
          <a:lstStyle>
            <a:lvl1pPr marL="457200" marR="0" lvl="0" indent="-523240"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1pPr>
            <a:lvl2pPr marL="914400" marR="0" lvl="1" indent="-523240"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2pPr>
            <a:lvl3pPr marL="1371600" marR="0" lvl="2" indent="-523239"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3pPr>
            <a:lvl4pPr marL="1828800" marR="0" lvl="3" indent="-523239"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4pPr>
            <a:lvl5pPr marL="2286000" marR="0" lvl="4" indent="-523239"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5pPr>
            <a:lvl6pPr marL="2743200" marR="0" lvl="5" indent="-523239"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6pPr>
            <a:lvl7pPr marL="3200400" marR="0" lvl="6" indent="-523239"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7pPr>
            <a:lvl8pPr marL="3657600" marR="0" lvl="7" indent="-523239"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8pPr>
            <a:lvl9pPr marL="4114800" marR="0" lvl="8" indent="-523240" algn="l" rtl="0">
              <a:lnSpc>
                <a:spcPct val="100000"/>
              </a:lnSpc>
              <a:spcBef>
                <a:spcPts val="4200"/>
              </a:spcBef>
              <a:spcAft>
                <a:spcPts val="0"/>
              </a:spcAft>
              <a:buClr>
                <a:srgbClr val="000000"/>
              </a:buClr>
              <a:buSzPts val="4640"/>
              <a:buFont typeface="Helvetica Neue"/>
              <a:buChar char="•"/>
              <a:defRPr sz="3200" b="0" i="0" u="none" strike="noStrike" cap="none">
                <a:solidFill>
                  <a:srgbClr val="000000"/>
                </a:solidFill>
                <a:latin typeface="Helvetica Neue"/>
                <a:ea typeface="Helvetica Neue"/>
                <a:cs typeface="Helvetica Neue"/>
                <a:sym typeface="Helvetica Neue"/>
              </a:defRPr>
            </a:lvl9pPr>
          </a:lstStyle>
          <a:p>
            <a:endParaRPr/>
          </a:p>
        </p:txBody>
      </p:sp>
      <p:sp>
        <p:nvSpPr>
          <p:cNvPr id="8" name="Google Shape;8;p1"/>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noAutofit/>
          </a:bodyPr>
          <a:lstStyle>
            <a:lvl1pPr marL="0" marR="0" lvl="0" indent="0" algn="ctr" rtl="0">
              <a:lnSpc>
                <a:spcPct val="100000"/>
              </a:lnSpc>
              <a:spcBef>
                <a:spcPts val="0"/>
              </a:spcBef>
              <a:spcAft>
                <a:spcPts val="0"/>
              </a:spcAft>
              <a:buClr>
                <a:srgbClr val="000000"/>
              </a:buClr>
              <a:buSzPts val="1600"/>
              <a:buFont typeface="Helvetica Neue Light"/>
              <a:buNone/>
              <a:defRPr sz="16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1600"/>
              <a:buFont typeface="Helvetica Neue Light"/>
              <a:buNone/>
              <a:defRPr sz="16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1600"/>
              <a:buFont typeface="Helvetica Neue Light"/>
              <a:buNone/>
              <a:defRPr sz="16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1600"/>
              <a:buFont typeface="Helvetica Neue Light"/>
              <a:buNone/>
              <a:defRPr sz="16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1600"/>
              <a:buFont typeface="Helvetica Neue Light"/>
              <a:buNone/>
              <a:defRPr sz="16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1600"/>
              <a:buFont typeface="Helvetica Neue Light"/>
              <a:buNone/>
              <a:defRPr sz="16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1600"/>
              <a:buFont typeface="Helvetica Neue Light"/>
              <a:buNone/>
              <a:defRPr sz="16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1600"/>
              <a:buFont typeface="Helvetica Neue Light"/>
              <a:buNone/>
              <a:defRPr sz="16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1600"/>
              <a:buFont typeface="Helvetica Neue Light"/>
              <a:buNone/>
              <a:defRPr sz="16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grid.cs.gsu.edu/~tcpp/curriculum/?q=curr_whypdc.html"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cDcUdi0Yk5U&amp;t=40s" TargetMode="External"/><Relationship Id="rId7" Type="http://schemas.openxmlformats.org/officeDocument/2006/relationships/hyperlink" Target="https://www.britannica.com/science/computer-science/Parallel-and-distributed-computing"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www.youtube.com/watch?v=GXrI3oJ3Eak" TargetMode="External"/><Relationship Id="rId5" Type="http://schemas.openxmlformats.org/officeDocument/2006/relationships/hyperlink" Target="https://www.youtube.com/watch?v=RJNx90ODawk" TargetMode="External"/><Relationship Id="rId4" Type="http://schemas.openxmlformats.org/officeDocument/2006/relationships/hyperlink" Target="https://www.youtube.com/watch?v=QosHcsBJX8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2"/>
        <p:cNvGrpSpPr/>
        <p:nvPr/>
      </p:nvGrpSpPr>
      <p:grpSpPr>
        <a:xfrm>
          <a:off x="0" y="0"/>
          <a:ext cx="0" cy="0"/>
          <a:chOff x="0" y="0"/>
          <a:chExt cx="0" cy="0"/>
        </a:xfrm>
      </p:grpSpPr>
      <p:sp>
        <p:nvSpPr>
          <p:cNvPr id="73" name="Google Shape;73;p17"/>
          <p:cNvSpPr txBox="1">
            <a:spLocks noGrp="1"/>
          </p:cNvSpPr>
          <p:nvPr>
            <p:ph type="ctrTitle" idx="4294967295"/>
          </p:nvPr>
        </p:nvSpPr>
        <p:spPr>
          <a:xfrm>
            <a:off x="1270001" y="286019"/>
            <a:ext cx="10464800" cy="3302000"/>
          </a:xfrm>
          <a:prstGeom prst="rect">
            <a:avLst/>
          </a:prstGeom>
          <a:noFill/>
          <a:ln>
            <a:noFill/>
          </a:ln>
        </p:spPr>
        <p:txBody>
          <a:bodyPr spcFirstLastPara="1" wrap="square" lIns="50800" tIns="50800" rIns="50800" bIns="50800" anchor="b" anchorCtr="0">
            <a:noAutofit/>
          </a:bodyPr>
          <a:lstStyle/>
          <a:p>
            <a:pPr marL="0" marR="0" lvl="0" indent="0" algn="ctr" rtl="0">
              <a:lnSpc>
                <a:spcPct val="100000"/>
              </a:lnSpc>
              <a:spcBef>
                <a:spcPts val="0"/>
              </a:spcBef>
              <a:spcAft>
                <a:spcPts val="0"/>
              </a:spcAft>
              <a:buClr>
                <a:srgbClr val="FF0000"/>
              </a:buClr>
              <a:buSzPts val="7919"/>
              <a:buFont typeface="Helvetica Neue"/>
              <a:buNone/>
            </a:pPr>
            <a:r>
              <a:rPr lang="en-US" sz="7919" dirty="0">
                <a:solidFill>
                  <a:srgbClr val="FF0000"/>
                </a:solidFill>
              </a:rPr>
              <a:t>Basics of </a:t>
            </a:r>
            <a:r>
              <a:rPr lang="en-US" sz="7919" b="0" i="0" u="none" strike="noStrike" cap="none" dirty="0">
                <a:solidFill>
                  <a:srgbClr val="FF0000"/>
                </a:solidFill>
                <a:latin typeface="Helvetica Neue"/>
                <a:ea typeface="Helvetica Neue"/>
                <a:cs typeface="Helvetica Neue"/>
                <a:sym typeface="Helvetica Neue"/>
              </a:rPr>
              <a:t>Parallel &amp; Distributed Computing</a:t>
            </a:r>
            <a:endParaRPr dirty="0"/>
          </a:p>
        </p:txBody>
      </p:sp>
      <p:sp>
        <p:nvSpPr>
          <p:cNvPr id="74" name="Google Shape;74;p17"/>
          <p:cNvSpPr txBox="1">
            <a:spLocks noGrp="1"/>
          </p:cNvSpPr>
          <p:nvPr>
            <p:ph type="subTitle" idx="4294967295"/>
          </p:nvPr>
        </p:nvSpPr>
        <p:spPr>
          <a:xfrm>
            <a:off x="1270001" y="4131676"/>
            <a:ext cx="10464801" cy="1713381"/>
          </a:xfrm>
          <a:prstGeom prst="rect">
            <a:avLst/>
          </a:prstGeom>
          <a:noFill/>
          <a:ln>
            <a:noFill/>
          </a:ln>
        </p:spPr>
        <p:txBody>
          <a:bodyPr spcFirstLastPara="1" wrap="square" lIns="50800" tIns="50800" rIns="50800" bIns="50800" anchor="t" anchorCtr="0">
            <a:noAutofit/>
          </a:bodyPr>
          <a:lstStyle/>
          <a:p>
            <a:pPr marL="0" marR="0" lvl="0" indent="0" algn="ctr" rtl="0">
              <a:lnSpc>
                <a:spcPct val="100000"/>
              </a:lnSpc>
              <a:spcBef>
                <a:spcPts val="0"/>
              </a:spcBef>
              <a:spcAft>
                <a:spcPts val="0"/>
              </a:spcAft>
              <a:buClr>
                <a:srgbClr val="0070C0"/>
              </a:buClr>
              <a:buSzPts val="3514"/>
              <a:buFont typeface="Helvetica Neue"/>
              <a:buNone/>
            </a:pPr>
            <a:r>
              <a:rPr lang="en-US" sz="3514" b="0" i="0" u="none" strike="noStrike" cap="none" dirty="0">
                <a:solidFill>
                  <a:srgbClr val="0070C0"/>
                </a:solidFill>
                <a:latin typeface="Helvetica Neue"/>
                <a:ea typeface="Helvetica Neue"/>
                <a:cs typeface="Helvetica Neue"/>
                <a:sym typeface="Helvetica Neue"/>
              </a:rPr>
              <a:t>Dr. </a:t>
            </a:r>
            <a:r>
              <a:rPr lang="en-US" sz="3514" dirty="0">
                <a:solidFill>
                  <a:srgbClr val="0070C0"/>
                </a:solidFill>
              </a:rPr>
              <a:t>Mary Smith</a:t>
            </a:r>
            <a:endParaRPr dirty="0"/>
          </a:p>
          <a:p>
            <a:pPr marL="0" marR="0" lvl="0" indent="0" algn="ctr" rtl="0">
              <a:lnSpc>
                <a:spcPct val="100000"/>
              </a:lnSpc>
              <a:spcBef>
                <a:spcPts val="0"/>
              </a:spcBef>
              <a:spcAft>
                <a:spcPts val="0"/>
              </a:spcAft>
              <a:buClr>
                <a:srgbClr val="0070C0"/>
              </a:buClr>
              <a:buSzPts val="3514"/>
              <a:buFont typeface="Helvetica Neue"/>
              <a:buNone/>
            </a:pPr>
            <a:r>
              <a:rPr lang="en-US" sz="3514" b="0" i="0" u="none" strike="noStrike" cap="none" dirty="0">
                <a:solidFill>
                  <a:srgbClr val="0070C0"/>
                </a:solidFill>
                <a:latin typeface="Helvetica Neue"/>
                <a:ea typeface="Helvetica Neue"/>
                <a:cs typeface="Helvetica Neue"/>
                <a:sym typeface="Helvetica Neue"/>
              </a:rPr>
              <a:t>CSCI 2911/2916 </a:t>
            </a:r>
            <a:endParaRPr dirty="0"/>
          </a:p>
        </p:txBody>
      </p:sp>
      <p:pic>
        <p:nvPicPr>
          <p:cNvPr id="75" name="Google Shape;75;p17"/>
          <p:cNvPicPr preferRelativeResize="0"/>
          <p:nvPr/>
        </p:nvPicPr>
        <p:blipFill rotWithShape="1">
          <a:blip r:embed="rId3">
            <a:alphaModFix/>
          </a:blip>
          <a:srcRect t="28467" b="10312"/>
          <a:stretch/>
        </p:blipFill>
        <p:spPr>
          <a:xfrm>
            <a:off x="3879811" y="6388714"/>
            <a:ext cx="5245178" cy="24083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8"/>
          <p:cNvSpPr txBox="1">
            <a:spLocks noGrp="1"/>
          </p:cNvSpPr>
          <p:nvPr>
            <p:ph type="title"/>
          </p:nvPr>
        </p:nvSpPr>
        <p:spPr>
          <a:xfrm>
            <a:off x="952500" y="254000"/>
            <a:ext cx="11099800" cy="2159000"/>
          </a:xfrm>
          <a:prstGeom prst="rect">
            <a:avLst/>
          </a:prstGeom>
          <a:noFill/>
          <a:ln>
            <a:noFill/>
          </a:ln>
        </p:spPr>
        <p:txBody>
          <a:bodyPr spcFirstLastPara="1" wrap="square" lIns="50800" tIns="50800" rIns="50800" bIns="50800" anchor="ctr" anchorCtr="0">
            <a:noAutofit/>
          </a:bodyPr>
          <a:lstStyle/>
          <a:p>
            <a:pPr marL="0" lvl="0" indent="0" algn="ctr" rtl="0">
              <a:lnSpc>
                <a:spcPct val="100000"/>
              </a:lnSpc>
              <a:spcBef>
                <a:spcPts val="0"/>
              </a:spcBef>
              <a:spcAft>
                <a:spcPts val="0"/>
              </a:spcAft>
              <a:buClr>
                <a:srgbClr val="0070C0"/>
              </a:buClr>
              <a:buSzPts val="6600"/>
              <a:buFont typeface="Helvetica Neue"/>
              <a:buNone/>
            </a:pPr>
            <a:r>
              <a:rPr lang="en-US" sz="6600">
                <a:solidFill>
                  <a:srgbClr val="0070C0"/>
                </a:solidFill>
              </a:rPr>
              <a:t>OUTLINE</a:t>
            </a:r>
            <a:endParaRPr/>
          </a:p>
        </p:txBody>
      </p:sp>
      <p:sp>
        <p:nvSpPr>
          <p:cNvPr id="81" name="Google Shape;81;p18"/>
          <p:cNvSpPr txBox="1">
            <a:spLocks noGrp="1"/>
          </p:cNvSpPr>
          <p:nvPr>
            <p:ph type="body" idx="1"/>
          </p:nvPr>
        </p:nvSpPr>
        <p:spPr>
          <a:xfrm>
            <a:off x="952500" y="2413000"/>
            <a:ext cx="11099800" cy="6642100"/>
          </a:xfrm>
          <a:prstGeom prst="rect">
            <a:avLst/>
          </a:prstGeom>
          <a:noFill/>
          <a:ln>
            <a:noFill/>
          </a:ln>
        </p:spPr>
        <p:txBody>
          <a:bodyPr spcFirstLastPara="1" wrap="square" lIns="50800" tIns="50800" rIns="50800" bIns="50800" anchor="ctr" anchorCtr="0">
            <a:noAutofit/>
          </a:bodyPr>
          <a:lstStyle/>
          <a:p>
            <a:pPr marL="444500" lvl="0" indent="-444500" algn="l" rtl="0">
              <a:lnSpc>
                <a:spcPct val="120000"/>
              </a:lnSpc>
              <a:spcBef>
                <a:spcPts val="0"/>
              </a:spcBef>
              <a:spcAft>
                <a:spcPts val="0"/>
              </a:spcAft>
              <a:buClr>
                <a:srgbClr val="000000"/>
              </a:buClr>
              <a:buSzPts val="4640"/>
              <a:buFont typeface="Helvetica Neue"/>
              <a:buChar char="•"/>
            </a:pPr>
            <a:r>
              <a:rPr lang="en-US" dirty="0"/>
              <a:t>Why Parallel and Distributed Computing Curriculum?</a:t>
            </a:r>
            <a:endParaRPr dirty="0"/>
          </a:p>
          <a:p>
            <a:pPr marL="444500" lvl="0" indent="-444500" algn="l" rtl="0">
              <a:lnSpc>
                <a:spcPct val="120000"/>
              </a:lnSpc>
              <a:spcBef>
                <a:spcPts val="0"/>
              </a:spcBef>
              <a:spcAft>
                <a:spcPts val="0"/>
              </a:spcAft>
              <a:buClr>
                <a:srgbClr val="000000"/>
              </a:buClr>
              <a:buSzPts val="4640"/>
              <a:buFont typeface="Helvetica Neue"/>
              <a:buChar char="•"/>
            </a:pPr>
            <a:r>
              <a:rPr lang="en-US" dirty="0"/>
              <a:t>What is Parallel Computing – videos</a:t>
            </a:r>
            <a:endParaRPr dirty="0"/>
          </a:p>
          <a:p>
            <a:pPr marL="444500" lvl="0" indent="-444500" algn="l" rtl="0">
              <a:lnSpc>
                <a:spcPct val="120000"/>
              </a:lnSpc>
              <a:spcBef>
                <a:spcPts val="0"/>
              </a:spcBef>
              <a:spcAft>
                <a:spcPts val="0"/>
              </a:spcAft>
              <a:buClr>
                <a:srgbClr val="000000"/>
              </a:buClr>
              <a:buSzPts val="4640"/>
              <a:buFont typeface="Helvetica Neue"/>
              <a:buChar char="•"/>
            </a:pPr>
            <a:r>
              <a:rPr lang="en-US" dirty="0"/>
              <a:t>Unplugged activity 1: Sorting Pennies</a:t>
            </a:r>
            <a:endParaRPr dirty="0"/>
          </a:p>
          <a:p>
            <a:pPr marL="889000" lvl="1" indent="-444500" algn="l" rtl="0">
              <a:lnSpc>
                <a:spcPct val="120000"/>
              </a:lnSpc>
              <a:spcBef>
                <a:spcPts val="0"/>
              </a:spcBef>
              <a:spcAft>
                <a:spcPts val="0"/>
              </a:spcAft>
              <a:buClr>
                <a:srgbClr val="000000"/>
              </a:buClr>
              <a:buSzPts val="3480"/>
              <a:buFont typeface="Helvetica Neue"/>
              <a:buChar char="•"/>
            </a:pPr>
            <a:r>
              <a:rPr lang="en-US" dirty="0"/>
              <a:t>Activity phases: sequential sorting, parallel sorting</a:t>
            </a:r>
            <a:endParaRPr dirty="0"/>
          </a:p>
          <a:p>
            <a:pPr marL="889000" lvl="1" indent="-444500" algn="l" rtl="0">
              <a:lnSpc>
                <a:spcPct val="120000"/>
              </a:lnSpc>
              <a:spcBef>
                <a:spcPts val="0"/>
              </a:spcBef>
              <a:spcAft>
                <a:spcPts val="0"/>
              </a:spcAft>
              <a:buClr>
                <a:srgbClr val="000000"/>
              </a:buClr>
              <a:buSzPts val="3480"/>
              <a:buFont typeface="Helvetica Neue"/>
              <a:buChar char="•"/>
            </a:pPr>
            <a:r>
              <a:rPr lang="en-US" dirty="0"/>
              <a:t>Group/class discussion</a:t>
            </a:r>
            <a:endParaRPr dirty="0"/>
          </a:p>
          <a:p>
            <a:pPr marL="889000" lvl="1" indent="-444500" algn="l" rtl="0">
              <a:lnSpc>
                <a:spcPct val="120000"/>
              </a:lnSpc>
              <a:spcBef>
                <a:spcPts val="0"/>
              </a:spcBef>
              <a:spcAft>
                <a:spcPts val="0"/>
              </a:spcAft>
              <a:buClr>
                <a:srgbClr val="000000"/>
              </a:buClr>
              <a:buSzPts val="3480"/>
              <a:buFont typeface="Helvetica Neue"/>
              <a:buChar char="•"/>
            </a:pPr>
            <a:r>
              <a:rPr lang="en-US" dirty="0"/>
              <a:t>Survey</a:t>
            </a:r>
          </a:p>
          <a:p>
            <a:pPr marL="431800" indent="-444500">
              <a:lnSpc>
                <a:spcPct val="120000"/>
              </a:lnSpc>
              <a:spcBef>
                <a:spcPts val="0"/>
              </a:spcBef>
              <a:buSzPts val="3480"/>
            </a:pPr>
            <a:r>
              <a:rPr lang="en-US" dirty="0"/>
              <a:t>Plugged activity: Sorting Pennies using code</a:t>
            </a:r>
          </a:p>
          <a:p>
            <a:pPr marL="889000" lvl="1" indent="-444500">
              <a:lnSpc>
                <a:spcPct val="120000"/>
              </a:lnSpc>
              <a:spcBef>
                <a:spcPts val="0"/>
              </a:spcBef>
              <a:buSzPts val="3480"/>
            </a:pPr>
            <a:r>
              <a:rPr lang="en-US" dirty="0"/>
              <a:t>Sequential sorting</a:t>
            </a:r>
          </a:p>
          <a:p>
            <a:pPr marL="889000" lvl="1" indent="-444500">
              <a:lnSpc>
                <a:spcPct val="120000"/>
              </a:lnSpc>
              <a:spcBef>
                <a:spcPts val="0"/>
              </a:spcBef>
              <a:buSzPts val="3480"/>
            </a:pPr>
            <a:r>
              <a:rPr lang="en-US" dirty="0"/>
              <a:t>Parallel sorting</a:t>
            </a:r>
          </a:p>
          <a:p>
            <a:pPr marL="889000" lvl="1" indent="-444500">
              <a:lnSpc>
                <a:spcPct val="120000"/>
              </a:lnSpc>
              <a:spcBef>
                <a:spcPts val="0"/>
              </a:spcBef>
              <a:buSzPts val="3480"/>
            </a:pPr>
            <a:r>
              <a:rPr lang="en-US" dirty="0"/>
              <a:t>Survey</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9"/>
          <p:cNvSpPr txBox="1">
            <a:spLocks noGrp="1"/>
          </p:cNvSpPr>
          <p:nvPr>
            <p:ph type="title"/>
          </p:nvPr>
        </p:nvSpPr>
        <p:spPr>
          <a:xfrm>
            <a:off x="1424547" y="1137634"/>
            <a:ext cx="10464800" cy="3395730"/>
          </a:xfrm>
          <a:prstGeom prst="rect">
            <a:avLst/>
          </a:prstGeom>
          <a:noFill/>
          <a:ln>
            <a:noFill/>
          </a:ln>
        </p:spPr>
        <p:txBody>
          <a:bodyPr spcFirstLastPara="1" wrap="square" lIns="50800" tIns="50800" rIns="50800" bIns="50800" anchor="b" anchorCtr="0">
            <a:noAutofit/>
          </a:bodyPr>
          <a:lstStyle/>
          <a:p>
            <a:pPr marL="0" lvl="0" indent="0" algn="ctr" rtl="0">
              <a:lnSpc>
                <a:spcPct val="100000"/>
              </a:lnSpc>
              <a:spcBef>
                <a:spcPts val="0"/>
              </a:spcBef>
              <a:spcAft>
                <a:spcPts val="0"/>
              </a:spcAft>
              <a:buClr>
                <a:srgbClr val="000000"/>
              </a:buClr>
              <a:buSzPts val="6000"/>
              <a:buFont typeface="Helvetica Neue"/>
              <a:buNone/>
            </a:pPr>
            <a:r>
              <a:rPr lang="en-US" sz="6000" dirty="0"/>
              <a:t>Why a Parallel and Distributed Computing Curriculum?</a:t>
            </a:r>
            <a:br>
              <a:rPr lang="en-US" sz="6000" dirty="0"/>
            </a:br>
            <a:endParaRPr sz="6000" dirty="0"/>
          </a:p>
        </p:txBody>
      </p:sp>
      <p:sp>
        <p:nvSpPr>
          <p:cNvPr id="87" name="Google Shape;87;p19"/>
          <p:cNvSpPr txBox="1">
            <a:spLocks noGrp="1"/>
          </p:cNvSpPr>
          <p:nvPr>
            <p:ph type="body" idx="1"/>
          </p:nvPr>
        </p:nvSpPr>
        <p:spPr>
          <a:xfrm>
            <a:off x="90152" y="4766256"/>
            <a:ext cx="12824495" cy="2961068"/>
          </a:xfrm>
          <a:prstGeom prst="rect">
            <a:avLst/>
          </a:prstGeom>
          <a:noFill/>
          <a:ln>
            <a:noFill/>
          </a:ln>
        </p:spPr>
        <p:txBody>
          <a:bodyPr spcFirstLastPara="1" wrap="square" lIns="50800" tIns="50800" rIns="50800" bIns="50800" anchor="t" anchorCtr="0">
            <a:noAutofit/>
          </a:bodyPr>
          <a:lstStyle/>
          <a:p>
            <a:pPr marL="0" lvl="0" indent="0" algn="ctr" rtl="0">
              <a:lnSpc>
                <a:spcPct val="100000"/>
              </a:lnSpc>
              <a:spcBef>
                <a:spcPts val="0"/>
              </a:spcBef>
              <a:spcAft>
                <a:spcPts val="0"/>
              </a:spcAft>
              <a:buClr>
                <a:srgbClr val="000000"/>
              </a:buClr>
              <a:buSzPts val="3700"/>
              <a:buFont typeface="Helvetica Neue"/>
              <a:buNone/>
            </a:pPr>
            <a:r>
              <a:rPr lang="en-US"/>
              <a:t>An initiative mandated by the National Science Foundation (NSF) and the ACM/IEEE Computer Society</a:t>
            </a:r>
            <a:endParaRPr/>
          </a:p>
          <a:p>
            <a:pPr marL="0" lvl="0" indent="0" algn="ctr" rtl="0">
              <a:lnSpc>
                <a:spcPct val="100000"/>
              </a:lnSpc>
              <a:spcBef>
                <a:spcPts val="0"/>
              </a:spcBef>
              <a:spcAft>
                <a:spcPts val="0"/>
              </a:spcAft>
              <a:buClr>
                <a:srgbClr val="000000"/>
              </a:buClr>
              <a:buSzPts val="3700"/>
              <a:buFont typeface="Helvetica Neue"/>
              <a:buNone/>
            </a:pPr>
            <a:endParaRPr/>
          </a:p>
          <a:p>
            <a:pPr marL="0" lvl="0" indent="0" algn="ctr" rtl="0">
              <a:lnSpc>
                <a:spcPct val="100000"/>
              </a:lnSpc>
              <a:spcBef>
                <a:spcPts val="0"/>
              </a:spcBef>
              <a:spcAft>
                <a:spcPts val="0"/>
              </a:spcAft>
              <a:buClr>
                <a:srgbClr val="000000"/>
              </a:buClr>
              <a:buSzPts val="2800"/>
              <a:buFont typeface="Helvetica Neue"/>
              <a:buNone/>
            </a:pPr>
            <a:r>
              <a:rPr lang="en-US" sz="2800" u="sng">
                <a:solidFill>
                  <a:schemeClr val="hlink"/>
                </a:solidFill>
                <a:hlinkClick r:id="rId3"/>
              </a:rPr>
              <a:t>https://grid.cs.gsu.edu/~tcpp/curriculum/?q=curr_whypdc.html</a:t>
            </a:r>
            <a:endParaRPr sz="2800"/>
          </a:p>
          <a:p>
            <a:pPr marL="0" lvl="0" indent="0" algn="ctr" rtl="0">
              <a:lnSpc>
                <a:spcPct val="100000"/>
              </a:lnSpc>
              <a:spcBef>
                <a:spcPts val="0"/>
              </a:spcBef>
              <a:spcAft>
                <a:spcPts val="0"/>
              </a:spcAft>
              <a:buClr>
                <a:srgbClr val="000000"/>
              </a:buClr>
              <a:buSzPts val="2800"/>
              <a:buFont typeface="Helvetica Neue"/>
              <a:buNone/>
            </a:pPr>
            <a:endParaRPr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0"/>
          <p:cNvSpPr txBox="1">
            <a:spLocks noGrp="1"/>
          </p:cNvSpPr>
          <p:nvPr>
            <p:ph type="title"/>
          </p:nvPr>
        </p:nvSpPr>
        <p:spPr>
          <a:xfrm>
            <a:off x="952500" y="254000"/>
            <a:ext cx="11099800" cy="2159000"/>
          </a:xfrm>
          <a:prstGeom prst="rect">
            <a:avLst/>
          </a:prstGeom>
          <a:noFill/>
          <a:ln>
            <a:noFill/>
          </a:ln>
        </p:spPr>
        <p:txBody>
          <a:bodyPr spcFirstLastPara="1" wrap="square" lIns="50800" tIns="50800" rIns="50800" bIns="50800" anchor="ctr" anchorCtr="0">
            <a:noAutofit/>
          </a:bodyPr>
          <a:lstStyle/>
          <a:p>
            <a:pPr marL="0" lvl="0" indent="0" algn="ctr" rtl="0">
              <a:lnSpc>
                <a:spcPct val="100000"/>
              </a:lnSpc>
              <a:spcBef>
                <a:spcPts val="0"/>
              </a:spcBef>
              <a:spcAft>
                <a:spcPts val="0"/>
              </a:spcAft>
              <a:buClr>
                <a:srgbClr val="000000"/>
              </a:buClr>
              <a:buSzPts val="6640"/>
              <a:buFont typeface="Helvetica Neue"/>
              <a:buNone/>
            </a:pPr>
            <a:r>
              <a:rPr lang="en-US" sz="6640"/>
              <a:t>What is Parallel Computing?</a:t>
            </a:r>
            <a:endParaRPr/>
          </a:p>
        </p:txBody>
      </p:sp>
      <p:sp>
        <p:nvSpPr>
          <p:cNvPr id="93" name="Google Shape;93;p20"/>
          <p:cNvSpPr txBox="1">
            <a:spLocks noGrp="1"/>
          </p:cNvSpPr>
          <p:nvPr>
            <p:ph type="body" idx="1"/>
          </p:nvPr>
        </p:nvSpPr>
        <p:spPr>
          <a:xfrm>
            <a:off x="952500" y="2095500"/>
            <a:ext cx="11099800" cy="6781800"/>
          </a:xfrm>
          <a:prstGeom prst="rect">
            <a:avLst/>
          </a:prstGeom>
          <a:noFill/>
          <a:ln>
            <a:noFill/>
          </a:ln>
        </p:spPr>
        <p:txBody>
          <a:bodyPr spcFirstLastPara="1" wrap="square" lIns="50800" tIns="50800" rIns="50800" bIns="50800" anchor="ctr" anchorCtr="0">
            <a:noAutofit/>
          </a:bodyPr>
          <a:lstStyle/>
          <a:p>
            <a:pPr marL="444500" indent="-444500">
              <a:buSzPts val="4640"/>
            </a:pPr>
            <a:r>
              <a:rPr lang="en-US" sz="3200" b="0" i="0" u="none" strike="noStrike" cap="none" dirty="0">
                <a:solidFill>
                  <a:srgbClr val="000000"/>
                </a:solidFill>
                <a:latin typeface="Helvetica Neue"/>
                <a:ea typeface="Helvetica Neue"/>
                <a:cs typeface="Helvetica Neue"/>
                <a:sym typeface="Helvetica Neue"/>
              </a:rPr>
              <a:t>Parallel Computing:</a:t>
            </a:r>
            <a:r>
              <a:rPr lang="en-US" dirty="0"/>
              <a:t> </a:t>
            </a:r>
            <a:r>
              <a:rPr lang="en-US" dirty="0">
                <a:hlinkClick r:id="rId3"/>
              </a:rPr>
              <a:t>What is parallel computing?</a:t>
            </a:r>
            <a:endParaRPr lang="en-US" dirty="0"/>
          </a:p>
          <a:p>
            <a:pPr marL="444500" indent="-444500">
              <a:buSzPts val="4640"/>
            </a:pPr>
            <a:r>
              <a:rPr lang="en-US" dirty="0">
                <a:hlinkClick r:id="rId4"/>
              </a:rPr>
              <a:t>Sequential vs Parallel vs Distributed Computing Explained Simply</a:t>
            </a:r>
            <a:endParaRPr lang="en-US" sz="3200" b="0" i="0" u="none" strike="noStrike" cap="none" dirty="0">
              <a:solidFill>
                <a:srgbClr val="000000"/>
              </a:solidFill>
              <a:latin typeface="Helvetica Neue"/>
              <a:ea typeface="Helvetica Neue"/>
              <a:cs typeface="Helvetica Neue"/>
              <a:sym typeface="Helvetica Neue"/>
            </a:endParaRPr>
          </a:p>
          <a:p>
            <a:pPr marL="0" indent="0">
              <a:spcBef>
                <a:spcPts val="0"/>
              </a:spcBef>
              <a:buSzPts val="4640"/>
              <a:buNone/>
            </a:pPr>
            <a:endParaRPr lang="en-US" sz="3200" b="0" i="0" u="none" strike="noStrike" cap="none" dirty="0">
              <a:solidFill>
                <a:srgbClr val="000000"/>
              </a:solidFill>
              <a:latin typeface="Helvetica Neue"/>
              <a:ea typeface="Helvetica Neue"/>
              <a:cs typeface="Helvetica Neue"/>
              <a:sym typeface="Helvetica Neue"/>
            </a:endParaRPr>
          </a:p>
          <a:p>
            <a:pPr marL="0" indent="0">
              <a:spcBef>
                <a:spcPts val="0"/>
              </a:spcBef>
              <a:buSzPts val="4640"/>
              <a:buNone/>
            </a:pPr>
            <a:r>
              <a:rPr lang="en-US" sz="3200" b="0" i="0" u="none" strike="noStrike" cap="none" dirty="0">
                <a:solidFill>
                  <a:srgbClr val="000000"/>
                </a:solidFill>
                <a:latin typeface="Helvetica Neue"/>
                <a:ea typeface="Helvetica Neue"/>
                <a:cs typeface="Helvetica Neue"/>
                <a:sym typeface="Helvetica Neue"/>
              </a:rPr>
              <a:t>More videos for later:</a:t>
            </a:r>
          </a:p>
          <a:p>
            <a:pPr marL="0" indent="0">
              <a:spcBef>
                <a:spcPts val="0"/>
              </a:spcBef>
              <a:buSzPts val="4640"/>
              <a:buNone/>
            </a:pPr>
            <a:r>
              <a:rPr lang="en-US" sz="3200" dirty="0">
                <a:solidFill>
                  <a:srgbClr val="000000"/>
                </a:solidFill>
                <a:latin typeface="Helvetica Neue"/>
                <a:ea typeface="Helvetica Neue"/>
                <a:cs typeface="Helvetica Neue"/>
                <a:sym typeface="Helvetica Neue"/>
                <a:hlinkClick r:id="rId5"/>
              </a:rPr>
              <a:t>https://www.youtube.com/watch?v=RJNx90ODawk</a:t>
            </a:r>
            <a:endParaRPr lang="en-US" sz="3200" dirty="0">
              <a:solidFill>
                <a:srgbClr val="000000"/>
              </a:solidFill>
              <a:latin typeface="Helvetica Neue"/>
              <a:ea typeface="Helvetica Neue"/>
              <a:cs typeface="Helvetica Neue"/>
              <a:sym typeface="Helvetica Neue"/>
            </a:endParaRPr>
          </a:p>
          <a:p>
            <a:pPr marL="0" indent="0">
              <a:spcBef>
                <a:spcPts val="0"/>
              </a:spcBef>
              <a:buSzPts val="4640"/>
              <a:buNone/>
            </a:pPr>
            <a:endParaRPr lang="en-US" sz="3200" dirty="0">
              <a:solidFill>
                <a:srgbClr val="000000"/>
              </a:solidFill>
              <a:latin typeface="Helvetica Neue"/>
              <a:ea typeface="Helvetica Neue"/>
              <a:cs typeface="Helvetica Neue"/>
              <a:sym typeface="Helvetica Neue"/>
            </a:endParaRPr>
          </a:p>
          <a:p>
            <a:pPr marL="0" indent="0">
              <a:spcBef>
                <a:spcPts val="0"/>
              </a:spcBef>
              <a:buSzPts val="4640"/>
              <a:buNone/>
            </a:pPr>
            <a:r>
              <a:rPr lang="en-US" u="sng" dirty="0">
                <a:solidFill>
                  <a:schemeClr val="hlink"/>
                </a:solidFill>
                <a:hlinkClick r:id="rId6"/>
              </a:rPr>
              <a:t>https://www.youtube.com/watch?v=GXrI3oJ3Eak</a:t>
            </a:r>
            <a:endParaRPr dirty="0"/>
          </a:p>
          <a:p>
            <a:pPr marL="444500" lvl="0" indent="-444500" algn="l" rtl="0">
              <a:lnSpc>
                <a:spcPct val="100000"/>
              </a:lnSpc>
              <a:spcBef>
                <a:spcPts val="4200"/>
              </a:spcBef>
              <a:spcAft>
                <a:spcPts val="0"/>
              </a:spcAft>
              <a:buClr>
                <a:srgbClr val="000000"/>
              </a:buClr>
              <a:buSzPts val="4640"/>
              <a:buFont typeface="Helvetica Neue"/>
              <a:buChar char="•"/>
            </a:pPr>
            <a:r>
              <a:rPr lang="en-US" sz="3200" b="0" i="0" u="none" strike="noStrike" cap="none" dirty="0">
                <a:solidFill>
                  <a:srgbClr val="000000"/>
                </a:solidFill>
                <a:latin typeface="Helvetica Neue"/>
                <a:ea typeface="Helvetica Neue"/>
                <a:cs typeface="Helvetica Neue"/>
                <a:sym typeface="Helvetica Neue"/>
              </a:rPr>
              <a:t>Description</a:t>
            </a:r>
          </a:p>
          <a:p>
            <a:pPr marL="0" lvl="0" indent="0" algn="l" rtl="0">
              <a:lnSpc>
                <a:spcPct val="100000"/>
              </a:lnSpc>
              <a:spcBef>
                <a:spcPts val="0"/>
              </a:spcBef>
              <a:spcAft>
                <a:spcPts val="0"/>
              </a:spcAft>
              <a:buClr>
                <a:srgbClr val="000000"/>
              </a:buClr>
              <a:buSzPts val="4640"/>
              <a:buNone/>
            </a:pPr>
            <a:r>
              <a:rPr lang="en-US" sz="3200" b="0" i="0" u="none" strike="noStrike" cap="none" dirty="0">
                <a:solidFill>
                  <a:srgbClr val="000000"/>
                </a:solidFill>
                <a:latin typeface="Helvetica Neue"/>
                <a:ea typeface="Helvetica Neue"/>
                <a:cs typeface="Helvetica Neue"/>
                <a:sym typeface="Helvetica Neue"/>
                <a:hlinkClick r:id="rId7"/>
              </a:rPr>
              <a:t>https://www.britannica.com/science/computer-science/Parallel-and-distributed-computing</a:t>
            </a:r>
            <a:endParaRPr lang="en-US" sz="3200" b="0" i="0" u="none" strike="noStrike" cap="none" dirty="0">
              <a:solidFill>
                <a:srgbClr val="000000"/>
              </a:solidFill>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0"/>
          <p:cNvSpPr txBox="1">
            <a:spLocks noGrp="1"/>
          </p:cNvSpPr>
          <p:nvPr>
            <p:ph type="title"/>
          </p:nvPr>
        </p:nvSpPr>
        <p:spPr>
          <a:xfrm>
            <a:off x="443306" y="1885297"/>
            <a:ext cx="12118187" cy="2901665"/>
          </a:xfrm>
          <a:prstGeom prst="rect">
            <a:avLst/>
          </a:prstGeom>
          <a:noFill/>
          <a:ln>
            <a:noFill/>
          </a:ln>
        </p:spPr>
        <p:txBody>
          <a:bodyPr spcFirstLastPara="1" wrap="square" lIns="130025" tIns="130025" rIns="130025" bIns="130025" anchor="ctr" anchorCtr="0">
            <a:noAutofit/>
          </a:bodyPr>
          <a:lstStyle/>
          <a:p>
            <a:pPr marL="0" lvl="0" indent="0" algn="ctr" rtl="0">
              <a:lnSpc>
                <a:spcPct val="100000"/>
              </a:lnSpc>
              <a:spcBef>
                <a:spcPts val="0"/>
              </a:spcBef>
              <a:spcAft>
                <a:spcPts val="0"/>
              </a:spcAft>
              <a:buClr>
                <a:srgbClr val="212121"/>
              </a:buClr>
              <a:buSzPts val="8556"/>
              <a:buFont typeface="Amatic SC"/>
              <a:buNone/>
            </a:pPr>
            <a:r>
              <a:rPr lang="en-US" sz="8556" b="1" i="0" u="none" strike="noStrike" cap="none" dirty="0">
                <a:solidFill>
                  <a:srgbClr val="212121"/>
                </a:solidFill>
                <a:latin typeface="Amatic SC"/>
                <a:ea typeface="Amatic SC"/>
                <a:cs typeface="Amatic SC"/>
                <a:sym typeface="Amatic SC"/>
              </a:rPr>
              <a:t>Unplugged Activity 1: </a:t>
            </a:r>
            <a:br>
              <a:rPr lang="en-US" sz="8556" b="1" i="0" u="none" strike="noStrike" cap="none" dirty="0">
                <a:solidFill>
                  <a:srgbClr val="212121"/>
                </a:solidFill>
                <a:latin typeface="Amatic SC"/>
                <a:ea typeface="Amatic SC"/>
                <a:cs typeface="Amatic SC"/>
                <a:sym typeface="Amatic SC"/>
              </a:rPr>
            </a:br>
            <a:r>
              <a:rPr lang="en-US" sz="8556" b="1" i="0" u="none" strike="noStrike" cap="none" dirty="0">
                <a:solidFill>
                  <a:srgbClr val="212121"/>
                </a:solidFill>
                <a:latin typeface="Amatic SC"/>
                <a:ea typeface="Amatic SC"/>
                <a:cs typeface="Amatic SC"/>
                <a:sym typeface="Amatic SC"/>
              </a:rPr>
              <a:t>A pile of Pennies</a:t>
            </a:r>
            <a:endParaRPr dirty="0"/>
          </a:p>
        </p:txBody>
      </p:sp>
      <p:pic>
        <p:nvPicPr>
          <p:cNvPr id="171" name="Google Shape;171;p30" descr="Google Shape;58;p13"/>
          <p:cNvPicPr preferRelativeResize="0"/>
          <p:nvPr/>
        </p:nvPicPr>
        <p:blipFill rotWithShape="1">
          <a:blip r:embed="rId3">
            <a:alphaModFix/>
          </a:blip>
          <a:srcRect/>
          <a:stretch/>
        </p:blipFill>
        <p:spPr>
          <a:xfrm>
            <a:off x="4347775" y="6359029"/>
            <a:ext cx="3963706" cy="277237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1"/>
          <p:cNvSpPr txBox="1">
            <a:spLocks noGrp="1"/>
          </p:cNvSpPr>
          <p:nvPr>
            <p:ph type="title"/>
          </p:nvPr>
        </p:nvSpPr>
        <p:spPr>
          <a:xfrm>
            <a:off x="443306" y="1635697"/>
            <a:ext cx="12118187" cy="1139201"/>
          </a:xfrm>
          <a:prstGeom prst="rect">
            <a:avLst/>
          </a:prstGeom>
          <a:noFill/>
          <a:ln>
            <a:noFill/>
          </a:ln>
        </p:spPr>
        <p:txBody>
          <a:bodyPr spcFirstLastPara="1" wrap="square" lIns="130025" tIns="130025" rIns="130025" bIns="130025" anchor="t" anchorCtr="0">
            <a:noAutofit/>
          </a:bodyPr>
          <a:lstStyle/>
          <a:p>
            <a:pPr marL="0" lvl="0" indent="0" algn="l" rtl="0">
              <a:lnSpc>
                <a:spcPct val="100000"/>
              </a:lnSpc>
              <a:spcBef>
                <a:spcPts val="0"/>
              </a:spcBef>
              <a:spcAft>
                <a:spcPts val="0"/>
              </a:spcAft>
              <a:buClr>
                <a:srgbClr val="212121"/>
              </a:buClr>
              <a:buSzPts val="5194"/>
              <a:buFont typeface="Amatic SC"/>
              <a:buNone/>
            </a:pPr>
            <a:r>
              <a:rPr lang="en-US" sz="5194" dirty="0"/>
              <a:t>Unplugged Activity 2: Description </a:t>
            </a:r>
            <a:endParaRPr dirty="0"/>
          </a:p>
        </p:txBody>
      </p:sp>
      <p:sp>
        <p:nvSpPr>
          <p:cNvPr id="177" name="Google Shape;177;p31"/>
          <p:cNvSpPr txBox="1">
            <a:spLocks noGrp="1"/>
          </p:cNvSpPr>
          <p:nvPr>
            <p:ph type="body" idx="1"/>
          </p:nvPr>
        </p:nvSpPr>
        <p:spPr>
          <a:xfrm>
            <a:off x="362672" y="3826871"/>
            <a:ext cx="12279456" cy="3596290"/>
          </a:xfrm>
          <a:prstGeom prst="rect">
            <a:avLst/>
          </a:prstGeom>
          <a:noFill/>
          <a:ln>
            <a:noFill/>
          </a:ln>
        </p:spPr>
        <p:txBody>
          <a:bodyPr spcFirstLastPara="1" wrap="square" lIns="130025" tIns="130025" rIns="130025" bIns="130025" anchor="t" anchorCtr="0">
            <a:noAutofit/>
          </a:bodyPr>
          <a:lstStyle/>
          <a:p>
            <a:pPr marL="0" lvl="0" indent="0" algn="l" rtl="0">
              <a:lnSpc>
                <a:spcPct val="115000"/>
              </a:lnSpc>
              <a:spcBef>
                <a:spcPts val="0"/>
              </a:spcBef>
              <a:spcAft>
                <a:spcPts val="0"/>
              </a:spcAft>
              <a:buSzPts val="4600"/>
              <a:buNone/>
            </a:pPr>
            <a:r>
              <a:rPr lang="en-US" sz="4600" dirty="0">
                <a:solidFill>
                  <a:srgbClr val="737373"/>
                </a:solidFill>
                <a:latin typeface="Roboto"/>
                <a:ea typeface="Roboto"/>
                <a:cs typeface="Roboto"/>
                <a:sym typeface="Roboto"/>
              </a:rPr>
              <a:t>Goal: find oldest penny. </a:t>
            </a:r>
            <a:endParaRPr dirty="0"/>
          </a:p>
          <a:p>
            <a:pPr marL="0" lvl="0" indent="0" algn="l" rtl="0">
              <a:lnSpc>
                <a:spcPct val="115000"/>
              </a:lnSpc>
              <a:spcBef>
                <a:spcPts val="3000"/>
              </a:spcBef>
              <a:spcAft>
                <a:spcPts val="0"/>
              </a:spcAft>
              <a:buSzPts val="4600"/>
              <a:buNone/>
            </a:pPr>
            <a:r>
              <a:rPr lang="en-US" sz="4600" dirty="0">
                <a:solidFill>
                  <a:srgbClr val="737373"/>
                </a:solidFill>
                <a:latin typeface="Roboto"/>
                <a:ea typeface="Roboto"/>
                <a:cs typeface="Roboto"/>
                <a:sym typeface="Roboto"/>
              </a:rPr>
              <a:t>We are going to explore several solutions to achieving the goal. </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2"/>
          <p:cNvSpPr txBox="1">
            <a:spLocks noGrp="1"/>
          </p:cNvSpPr>
          <p:nvPr>
            <p:ph type="title"/>
          </p:nvPr>
        </p:nvSpPr>
        <p:spPr>
          <a:xfrm>
            <a:off x="443306" y="941411"/>
            <a:ext cx="12118187" cy="1139201"/>
          </a:xfrm>
          <a:prstGeom prst="rect">
            <a:avLst/>
          </a:prstGeom>
          <a:noFill/>
          <a:ln>
            <a:noFill/>
          </a:ln>
        </p:spPr>
        <p:txBody>
          <a:bodyPr spcFirstLastPara="1" wrap="square" lIns="130025" tIns="130025" rIns="130025" bIns="130025" anchor="t" anchorCtr="0">
            <a:noAutofit/>
          </a:bodyPr>
          <a:lstStyle/>
          <a:p>
            <a:pPr marL="0" lvl="0" indent="0" algn="l" rtl="0">
              <a:lnSpc>
                <a:spcPct val="100000"/>
              </a:lnSpc>
              <a:spcBef>
                <a:spcPts val="0"/>
              </a:spcBef>
              <a:spcAft>
                <a:spcPts val="0"/>
              </a:spcAft>
              <a:buClr>
                <a:srgbClr val="212121"/>
              </a:buClr>
              <a:buSzPts val="5194"/>
              <a:buFont typeface="Amatic SC"/>
              <a:buNone/>
            </a:pPr>
            <a:r>
              <a:rPr lang="en-US" sz="5194"/>
              <a:t>Unplugged activity 2 description</a:t>
            </a:r>
            <a:endParaRPr/>
          </a:p>
        </p:txBody>
      </p:sp>
      <p:sp>
        <p:nvSpPr>
          <p:cNvPr id="183" name="Google Shape;183;p32"/>
          <p:cNvSpPr txBox="1">
            <a:spLocks noGrp="1"/>
          </p:cNvSpPr>
          <p:nvPr>
            <p:ph type="body" idx="1"/>
          </p:nvPr>
        </p:nvSpPr>
        <p:spPr>
          <a:xfrm>
            <a:off x="443306" y="2535146"/>
            <a:ext cx="12118187" cy="5747627"/>
          </a:xfrm>
          <a:prstGeom prst="rect">
            <a:avLst/>
          </a:prstGeom>
          <a:noFill/>
          <a:ln>
            <a:noFill/>
          </a:ln>
        </p:spPr>
        <p:txBody>
          <a:bodyPr spcFirstLastPara="1" wrap="square" lIns="130025" tIns="130025" rIns="130025" bIns="130025" anchor="t" anchorCtr="0">
            <a:noAutofit/>
          </a:bodyPr>
          <a:lstStyle/>
          <a:p>
            <a:pPr marL="0" lvl="0" indent="0" algn="l" rtl="0">
              <a:lnSpc>
                <a:spcPct val="138000"/>
              </a:lnSpc>
              <a:spcBef>
                <a:spcPts val="0"/>
              </a:spcBef>
              <a:spcAft>
                <a:spcPts val="0"/>
              </a:spcAft>
              <a:buSzPts val="2730"/>
              <a:buNone/>
            </a:pPr>
            <a:r>
              <a:rPr lang="en-US" sz="2730"/>
              <a:t>I have 50 coins and the problem is to find the oldest one in the quickest time. So we are going to do it first in a sequential mode and then in various parallel variations. </a:t>
            </a:r>
            <a:endParaRPr sz="833"/>
          </a:p>
          <a:p>
            <a:pPr marL="0" lvl="0" indent="0" algn="l" rtl="0">
              <a:lnSpc>
                <a:spcPct val="138000"/>
              </a:lnSpc>
              <a:spcBef>
                <a:spcPts val="2400"/>
              </a:spcBef>
              <a:spcAft>
                <a:spcPts val="0"/>
              </a:spcAft>
              <a:buSzPts val="2730"/>
              <a:buNone/>
            </a:pPr>
            <a:r>
              <a:rPr lang="en-US" sz="2730"/>
              <a:t>Students break into groups of 5 or 6.</a:t>
            </a:r>
            <a:endParaRPr sz="3145"/>
          </a:p>
          <a:p>
            <a:pPr marL="0" lvl="0" indent="0" algn="l" rtl="0">
              <a:lnSpc>
                <a:spcPct val="115000"/>
              </a:lnSpc>
              <a:spcBef>
                <a:spcPts val="2400"/>
              </a:spcBef>
              <a:spcAft>
                <a:spcPts val="0"/>
              </a:spcAft>
              <a:buSzPts val="2882"/>
              <a:buNone/>
            </a:pPr>
            <a:r>
              <a:rPr lang="en-US" sz="2882"/>
              <a:t>Phase 1 (sequential): </a:t>
            </a:r>
            <a:r>
              <a:rPr lang="en-US" sz="2882" b="0"/>
              <a:t>each group (student 1 sorting and student 2 timing,  other students observing)</a:t>
            </a:r>
            <a:endParaRPr/>
          </a:p>
          <a:p>
            <a:pPr marL="0" lvl="0" indent="0" algn="l" rtl="0">
              <a:lnSpc>
                <a:spcPct val="115000"/>
              </a:lnSpc>
              <a:spcBef>
                <a:spcPts val="0"/>
              </a:spcBef>
              <a:spcAft>
                <a:spcPts val="0"/>
              </a:spcAft>
              <a:buSzPts val="2882"/>
              <a:buNone/>
            </a:pPr>
            <a:r>
              <a:rPr lang="en-US" sz="2882"/>
              <a:t>Student 1 task:  find the oldest penny </a:t>
            </a:r>
            <a:endParaRPr/>
          </a:p>
          <a:p>
            <a:pPr marL="0" lvl="0" indent="0" algn="l" rtl="0">
              <a:lnSpc>
                <a:spcPct val="115000"/>
              </a:lnSpc>
              <a:spcBef>
                <a:spcPts val="0"/>
              </a:spcBef>
              <a:spcAft>
                <a:spcPts val="0"/>
              </a:spcAft>
              <a:buSzPts val="2882"/>
              <a:buNone/>
            </a:pPr>
            <a:r>
              <a:rPr lang="en-US" sz="2882"/>
              <a:t>Student 2 task: time the activity of student 1 and writes it down. Other students’ task: observe Student 1 and 2. When they are done </a:t>
            </a:r>
            <a:r>
              <a:rPr lang="en-US" sz="2882" b="1"/>
              <a:t>Shuffle coins and put back in bag</a:t>
            </a:r>
            <a:endParaRPr sz="3145"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3"/>
          <p:cNvSpPr txBox="1">
            <a:spLocks noGrp="1"/>
          </p:cNvSpPr>
          <p:nvPr>
            <p:ph type="title"/>
          </p:nvPr>
        </p:nvSpPr>
        <p:spPr>
          <a:xfrm>
            <a:off x="886613" y="499351"/>
            <a:ext cx="12118187" cy="1139201"/>
          </a:xfrm>
          <a:prstGeom prst="rect">
            <a:avLst/>
          </a:prstGeom>
          <a:noFill/>
          <a:ln>
            <a:noFill/>
          </a:ln>
        </p:spPr>
        <p:txBody>
          <a:bodyPr spcFirstLastPara="1" wrap="square" lIns="130025" tIns="130025" rIns="130025" bIns="130025" anchor="t" anchorCtr="0">
            <a:noAutofit/>
          </a:bodyPr>
          <a:lstStyle/>
          <a:p>
            <a:pPr marL="0" lvl="0" indent="0" algn="l" rtl="0">
              <a:lnSpc>
                <a:spcPct val="100000"/>
              </a:lnSpc>
              <a:spcBef>
                <a:spcPts val="0"/>
              </a:spcBef>
              <a:spcAft>
                <a:spcPts val="0"/>
              </a:spcAft>
              <a:buClr>
                <a:srgbClr val="212121"/>
              </a:buClr>
              <a:buSzPts val="4601"/>
              <a:buFont typeface="Amatic SC"/>
              <a:buNone/>
            </a:pPr>
            <a:r>
              <a:rPr lang="en-US" sz="4601" dirty="0"/>
              <a:t>Unplugged activity 2 description cont’d….</a:t>
            </a:r>
            <a:endParaRPr dirty="0"/>
          </a:p>
        </p:txBody>
      </p:sp>
      <p:sp>
        <p:nvSpPr>
          <p:cNvPr id="189" name="Google Shape;189;p33"/>
          <p:cNvSpPr txBox="1">
            <a:spLocks noGrp="1"/>
          </p:cNvSpPr>
          <p:nvPr>
            <p:ph type="body" idx="1"/>
          </p:nvPr>
        </p:nvSpPr>
        <p:spPr>
          <a:xfrm>
            <a:off x="443300" y="1562777"/>
            <a:ext cx="12118200" cy="5677200"/>
          </a:xfrm>
          <a:prstGeom prst="rect">
            <a:avLst/>
          </a:prstGeom>
          <a:noFill/>
          <a:ln>
            <a:noFill/>
          </a:ln>
        </p:spPr>
        <p:txBody>
          <a:bodyPr spcFirstLastPara="1" wrap="square" lIns="130025" tIns="130025" rIns="130025" bIns="130025" anchor="t" anchorCtr="0">
            <a:noAutofit/>
          </a:bodyPr>
          <a:lstStyle/>
          <a:p>
            <a:pPr marL="0" lvl="0" indent="0" algn="l" rtl="0">
              <a:lnSpc>
                <a:spcPct val="105000"/>
              </a:lnSpc>
              <a:spcBef>
                <a:spcPts val="0"/>
              </a:spcBef>
              <a:spcAft>
                <a:spcPts val="0"/>
              </a:spcAft>
              <a:buSzPts val="2810"/>
              <a:buNone/>
            </a:pPr>
            <a:r>
              <a:rPr lang="en-US" sz="2810" dirty="0"/>
              <a:t>Phase 2 (Parallelize it): </a:t>
            </a:r>
            <a:r>
              <a:rPr lang="en-US" sz="2810" b="0" dirty="0"/>
              <a:t>each group (students 1 and 2  are given equal  number of pennies and are asked to find the oldest penny in their pile, student 3 records the times for student 1 &amp; 2. Parallel Time is calculated as the time of the slowest student among 1 and 2.</a:t>
            </a:r>
            <a:endParaRPr sz="2890" b="0" dirty="0"/>
          </a:p>
          <a:p>
            <a:pPr marL="0" lvl="0" indent="0" algn="l" rtl="0">
              <a:lnSpc>
                <a:spcPct val="105000"/>
              </a:lnSpc>
              <a:spcBef>
                <a:spcPts val="0"/>
              </a:spcBef>
              <a:spcAft>
                <a:spcPts val="0"/>
              </a:spcAft>
              <a:buSzPts val="2890"/>
              <a:buNone/>
            </a:pPr>
            <a:endParaRPr sz="2890" b="0" dirty="0"/>
          </a:p>
          <a:p>
            <a:pPr marL="0" lvl="0" indent="0" algn="l" rtl="0">
              <a:lnSpc>
                <a:spcPct val="105000"/>
              </a:lnSpc>
              <a:spcBef>
                <a:spcPts val="0"/>
              </a:spcBef>
              <a:spcAft>
                <a:spcPts val="0"/>
              </a:spcAft>
              <a:buSzPts val="2810"/>
              <a:buNone/>
            </a:pPr>
            <a:r>
              <a:rPr lang="en-US" sz="2810" dirty="0"/>
              <a:t>At a set time, sorting begins for all groups.</a:t>
            </a:r>
            <a:endParaRPr dirty="0"/>
          </a:p>
          <a:p>
            <a:pPr marL="0" lvl="0" indent="0" algn="l" rtl="0">
              <a:lnSpc>
                <a:spcPct val="105000"/>
              </a:lnSpc>
              <a:spcBef>
                <a:spcPts val="0"/>
              </a:spcBef>
              <a:spcAft>
                <a:spcPts val="0"/>
              </a:spcAft>
              <a:buSzPts val="2810"/>
              <a:buNone/>
            </a:pPr>
            <a:r>
              <a:rPr lang="en-US" sz="2810" dirty="0"/>
              <a:t> </a:t>
            </a:r>
            <a:endParaRPr dirty="0"/>
          </a:p>
          <a:p>
            <a:pPr marL="0" lvl="0" indent="0" algn="l" rtl="0">
              <a:lnSpc>
                <a:spcPct val="105000"/>
              </a:lnSpc>
              <a:spcBef>
                <a:spcPts val="0"/>
              </a:spcBef>
              <a:spcAft>
                <a:spcPts val="0"/>
              </a:spcAft>
              <a:buSzPts val="2810"/>
              <a:buNone/>
            </a:pPr>
            <a:r>
              <a:rPr lang="en-US" sz="2810" dirty="0"/>
              <a:t>Student 3 records the time it takes each student to find the oldest penny in their pile. Parallel Time is calculated as the time of the slowest student among 1 and 2.</a:t>
            </a:r>
            <a:endParaRPr sz="2890" dirty="0"/>
          </a:p>
          <a:p>
            <a:pPr marL="0" lvl="0" indent="0" algn="l" rtl="0">
              <a:lnSpc>
                <a:spcPct val="105000"/>
              </a:lnSpc>
              <a:spcBef>
                <a:spcPts val="0"/>
              </a:spcBef>
              <a:spcAft>
                <a:spcPts val="0"/>
              </a:spcAft>
              <a:buSzPts val="2810"/>
              <a:buNone/>
            </a:pPr>
            <a:endParaRPr sz="2810" dirty="0">
              <a:solidFill>
                <a:srgbClr val="000000"/>
              </a:solidFill>
              <a:latin typeface="Times New Roman"/>
              <a:ea typeface="Times New Roman"/>
              <a:cs typeface="Times New Roman"/>
              <a:sym typeface="Times New Roman"/>
            </a:endParaRPr>
          </a:p>
          <a:p>
            <a:pPr marL="0" lvl="0" indent="0" algn="l" rtl="0">
              <a:lnSpc>
                <a:spcPct val="105000"/>
              </a:lnSpc>
              <a:spcBef>
                <a:spcPts val="0"/>
              </a:spcBef>
              <a:spcAft>
                <a:spcPts val="0"/>
              </a:spcAft>
              <a:buSzPts val="2810"/>
              <a:buNone/>
            </a:pPr>
            <a:r>
              <a:rPr lang="en-US" sz="2810" b="0" dirty="0"/>
              <a:t>When done</a:t>
            </a:r>
            <a:r>
              <a:rPr lang="en-US" sz="2810" dirty="0"/>
              <a:t> shuffle coins and put back in their respective bags. </a:t>
            </a:r>
            <a:r>
              <a:rPr lang="en-US" sz="2810" dirty="0">
                <a:sym typeface="Times New Roman"/>
              </a:rPr>
              <a:t>Please do not mix coins. Each bag should have 25 pennies.</a:t>
            </a:r>
            <a:endParaRPr sz="2810" dirty="0">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4"/>
          <p:cNvSpPr txBox="1">
            <a:spLocks noGrp="1"/>
          </p:cNvSpPr>
          <p:nvPr>
            <p:ph type="title"/>
          </p:nvPr>
        </p:nvSpPr>
        <p:spPr>
          <a:xfrm>
            <a:off x="443306" y="1635697"/>
            <a:ext cx="12118187" cy="1139201"/>
          </a:xfrm>
          <a:prstGeom prst="rect">
            <a:avLst/>
          </a:prstGeom>
          <a:noFill/>
          <a:ln>
            <a:noFill/>
          </a:ln>
        </p:spPr>
        <p:txBody>
          <a:bodyPr spcFirstLastPara="1" wrap="square" lIns="130025" tIns="130025" rIns="130025" bIns="130025" anchor="t" anchorCtr="0">
            <a:noAutofit/>
          </a:bodyPr>
          <a:lstStyle/>
          <a:p>
            <a:pPr marL="0" lvl="0" indent="0" algn="l" rtl="0">
              <a:lnSpc>
                <a:spcPct val="100000"/>
              </a:lnSpc>
              <a:spcBef>
                <a:spcPts val="0"/>
              </a:spcBef>
              <a:spcAft>
                <a:spcPts val="0"/>
              </a:spcAft>
              <a:buClr>
                <a:srgbClr val="212121"/>
              </a:buClr>
              <a:buSzPts val="4601"/>
              <a:buFont typeface="Amatic SC"/>
              <a:buNone/>
            </a:pPr>
            <a:r>
              <a:rPr lang="en-US" sz="4601"/>
              <a:t>Unplugged activity 2 description cont'd….</a:t>
            </a:r>
            <a:endParaRPr/>
          </a:p>
        </p:txBody>
      </p:sp>
      <p:sp>
        <p:nvSpPr>
          <p:cNvPr id="195" name="Google Shape;195;p34"/>
          <p:cNvSpPr txBox="1">
            <a:spLocks noGrp="1"/>
          </p:cNvSpPr>
          <p:nvPr>
            <p:ph type="body" idx="1"/>
          </p:nvPr>
        </p:nvSpPr>
        <p:spPr>
          <a:xfrm>
            <a:off x="443306" y="2966648"/>
            <a:ext cx="12118187" cy="5416922"/>
          </a:xfrm>
          <a:prstGeom prst="rect">
            <a:avLst/>
          </a:prstGeom>
          <a:noFill/>
          <a:ln>
            <a:noFill/>
          </a:ln>
        </p:spPr>
        <p:txBody>
          <a:bodyPr spcFirstLastPara="1" wrap="square" lIns="130025" tIns="130025" rIns="130025" bIns="130025" anchor="t" anchorCtr="0">
            <a:noAutofit/>
          </a:bodyPr>
          <a:lstStyle/>
          <a:p>
            <a:pPr marL="0" lvl="0" indent="0" algn="l" rtl="0">
              <a:lnSpc>
                <a:spcPct val="105000"/>
              </a:lnSpc>
              <a:spcBef>
                <a:spcPts val="0"/>
              </a:spcBef>
              <a:spcAft>
                <a:spcPts val="0"/>
              </a:spcAft>
              <a:buSzPts val="2847"/>
              <a:buNone/>
            </a:pPr>
            <a:r>
              <a:rPr lang="en-US" sz="2847"/>
              <a:t>Phase 3 (Parallelize it-2): </a:t>
            </a:r>
            <a:endParaRPr/>
          </a:p>
          <a:p>
            <a:pPr marL="0" lvl="0" indent="0" algn="l" rtl="0">
              <a:lnSpc>
                <a:spcPct val="105000"/>
              </a:lnSpc>
              <a:spcBef>
                <a:spcPts val="0"/>
              </a:spcBef>
              <a:spcAft>
                <a:spcPts val="0"/>
              </a:spcAft>
              <a:buSzPts val="2847"/>
              <a:buNone/>
            </a:pPr>
            <a:endParaRPr sz="2847" b="1">
              <a:solidFill>
                <a:srgbClr val="000000"/>
              </a:solidFill>
              <a:latin typeface="Times New Roman"/>
              <a:ea typeface="Times New Roman"/>
              <a:cs typeface="Times New Roman"/>
              <a:sym typeface="Times New Roman"/>
            </a:endParaRPr>
          </a:p>
          <a:p>
            <a:pPr marL="0" lvl="0" indent="0" algn="l" rtl="0">
              <a:lnSpc>
                <a:spcPct val="105000"/>
              </a:lnSpc>
              <a:spcBef>
                <a:spcPts val="0"/>
              </a:spcBef>
              <a:spcAft>
                <a:spcPts val="0"/>
              </a:spcAft>
              <a:buSzPts val="2547"/>
              <a:buNone/>
            </a:pPr>
            <a:r>
              <a:rPr lang="en-US" sz="2547"/>
              <a:t>Parallelize it (2): Teacher gives 2 pennies to students 1, 2, 3, 4 and the remaining pennies to student 5.</a:t>
            </a:r>
            <a:endParaRPr/>
          </a:p>
          <a:p>
            <a:pPr marL="0" lvl="0" indent="0" algn="l" rtl="0">
              <a:lnSpc>
                <a:spcPct val="105000"/>
              </a:lnSpc>
              <a:spcBef>
                <a:spcPts val="0"/>
              </a:spcBef>
              <a:spcAft>
                <a:spcPts val="0"/>
              </a:spcAft>
              <a:buSzPts val="3145"/>
              <a:buNone/>
            </a:pPr>
            <a:endParaRPr sz="3145"/>
          </a:p>
          <a:p>
            <a:pPr marL="0" lvl="0" indent="0" algn="l" rtl="0">
              <a:lnSpc>
                <a:spcPct val="105000"/>
              </a:lnSpc>
              <a:spcBef>
                <a:spcPts val="0"/>
              </a:spcBef>
              <a:spcAft>
                <a:spcPts val="0"/>
              </a:spcAft>
              <a:buSzPts val="2547"/>
              <a:buNone/>
            </a:pPr>
            <a:r>
              <a:rPr lang="en-US" sz="2547"/>
              <a:t>At a set time, sorting begins for all groups.</a:t>
            </a:r>
            <a:endParaRPr/>
          </a:p>
          <a:p>
            <a:pPr marL="0" lvl="0" indent="0" algn="l" rtl="0">
              <a:lnSpc>
                <a:spcPct val="105000"/>
              </a:lnSpc>
              <a:spcBef>
                <a:spcPts val="0"/>
              </a:spcBef>
              <a:spcAft>
                <a:spcPts val="0"/>
              </a:spcAft>
              <a:buSzPts val="3145"/>
              <a:buNone/>
            </a:pPr>
            <a:endParaRPr sz="3145"/>
          </a:p>
          <a:p>
            <a:pPr marL="0" lvl="0" indent="0" algn="l" rtl="0">
              <a:lnSpc>
                <a:spcPct val="105000"/>
              </a:lnSpc>
              <a:spcBef>
                <a:spcPts val="0"/>
              </a:spcBef>
              <a:spcAft>
                <a:spcPts val="0"/>
              </a:spcAft>
              <a:buSzPts val="2547"/>
              <a:buNone/>
            </a:pPr>
            <a:r>
              <a:rPr lang="en-US" sz="2547"/>
              <a:t>Student 6 records time for each of the worker students. Parallel time is calculated as the time of the slowest student.</a:t>
            </a:r>
            <a:endParaRPr/>
          </a:p>
          <a:p>
            <a:pPr marL="0" lvl="0" indent="0" algn="l" rtl="0">
              <a:lnSpc>
                <a:spcPct val="105000"/>
              </a:lnSpc>
              <a:spcBef>
                <a:spcPts val="0"/>
              </a:spcBef>
              <a:spcAft>
                <a:spcPts val="0"/>
              </a:spcAft>
              <a:buSzPts val="3145"/>
              <a:buNone/>
            </a:pPr>
            <a:endParaRPr sz="3145"/>
          </a:p>
          <a:p>
            <a:pPr marL="0" lvl="0" indent="0" algn="l" rtl="0">
              <a:lnSpc>
                <a:spcPct val="105000"/>
              </a:lnSpc>
              <a:spcBef>
                <a:spcPts val="0"/>
              </a:spcBef>
              <a:spcAft>
                <a:spcPts val="0"/>
              </a:spcAft>
              <a:buSzPts val="2547"/>
              <a:buNone/>
            </a:pPr>
            <a:r>
              <a:rPr lang="en-US" sz="2547"/>
              <a:t>What do we learn? </a:t>
            </a:r>
            <a:r>
              <a:rPr lang="en-US" sz="2547" b="1"/>
              <a:t>This is poor load balancing! </a:t>
            </a:r>
            <a:r>
              <a:rPr lang="en-US" sz="2547" i="1"/>
              <a:t>Shuffle and put coins back in the bag</a:t>
            </a:r>
            <a:endParaRPr sz="3145" i="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5"/>
          <p:cNvSpPr txBox="1">
            <a:spLocks noGrp="1"/>
          </p:cNvSpPr>
          <p:nvPr>
            <p:ph type="title"/>
          </p:nvPr>
        </p:nvSpPr>
        <p:spPr>
          <a:xfrm>
            <a:off x="952500" y="3125819"/>
            <a:ext cx="11099800" cy="2159001"/>
          </a:xfrm>
          <a:prstGeom prst="rect">
            <a:avLst/>
          </a:prstGeom>
          <a:noFill/>
          <a:ln>
            <a:noFill/>
          </a:ln>
        </p:spPr>
        <p:txBody>
          <a:bodyPr spcFirstLastPara="1" wrap="square" lIns="50800" tIns="50800" rIns="50800" bIns="50800" anchor="ctr" anchorCtr="0">
            <a:noAutofit/>
          </a:bodyPr>
          <a:lstStyle/>
          <a:p>
            <a:pPr marL="0" lvl="0" indent="0" algn="ctr" rtl="0">
              <a:lnSpc>
                <a:spcPct val="100000"/>
              </a:lnSpc>
              <a:spcBef>
                <a:spcPts val="0"/>
              </a:spcBef>
              <a:spcAft>
                <a:spcPts val="0"/>
              </a:spcAft>
              <a:buClr>
                <a:srgbClr val="FF0000"/>
              </a:buClr>
              <a:buSzPts val="6640"/>
              <a:buFont typeface="Helvetica Neue"/>
              <a:buNone/>
            </a:pPr>
            <a:r>
              <a:rPr lang="en-US" sz="6640" b="0" i="0" u="none" strike="noStrike" cap="none">
                <a:solidFill>
                  <a:srgbClr val="FF0000"/>
                </a:solidFill>
                <a:latin typeface="Helvetica Neue"/>
                <a:ea typeface="Helvetica Neue"/>
                <a:cs typeface="Helvetica Neue"/>
                <a:sym typeface="Helvetica Neue"/>
              </a:rPr>
              <a:t>Group Discussion: </a:t>
            </a:r>
            <a:br>
              <a:rPr lang="en-US" sz="6640" b="0" i="0" u="none" strike="noStrike" cap="none">
                <a:solidFill>
                  <a:srgbClr val="000000"/>
                </a:solidFill>
                <a:latin typeface="Helvetica Neue"/>
                <a:ea typeface="Helvetica Neue"/>
                <a:cs typeface="Helvetica Neue"/>
                <a:sym typeface="Helvetica Neue"/>
              </a:rPr>
            </a:br>
            <a:r>
              <a:rPr lang="en-US" sz="6640" b="0" i="0" u="none" strike="noStrike" cap="none">
                <a:solidFill>
                  <a:srgbClr val="0070C0"/>
                </a:solidFill>
                <a:latin typeface="Helvetica Neue"/>
                <a:ea typeface="Helvetica Neue"/>
                <a:cs typeface="Helvetica Neue"/>
                <a:sym typeface="Helvetica Neue"/>
              </a:rPr>
              <a:t>what did we learn?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0"/>
          <p:cNvSpPr txBox="1">
            <a:spLocks noGrp="1"/>
          </p:cNvSpPr>
          <p:nvPr>
            <p:ph type="title"/>
          </p:nvPr>
        </p:nvSpPr>
        <p:spPr>
          <a:xfrm>
            <a:off x="443306" y="1885297"/>
            <a:ext cx="12118187" cy="2901665"/>
          </a:xfrm>
          <a:prstGeom prst="rect">
            <a:avLst/>
          </a:prstGeom>
          <a:noFill/>
          <a:ln>
            <a:noFill/>
          </a:ln>
        </p:spPr>
        <p:txBody>
          <a:bodyPr spcFirstLastPara="1" wrap="square" lIns="130025" tIns="130025" rIns="130025" bIns="130025" anchor="ctr" anchorCtr="0">
            <a:noAutofit/>
          </a:bodyPr>
          <a:lstStyle/>
          <a:p>
            <a:pPr marL="0" lvl="0" indent="0" algn="ctr" rtl="0">
              <a:lnSpc>
                <a:spcPct val="100000"/>
              </a:lnSpc>
              <a:spcBef>
                <a:spcPts val="0"/>
              </a:spcBef>
              <a:spcAft>
                <a:spcPts val="0"/>
              </a:spcAft>
              <a:buClr>
                <a:srgbClr val="212121"/>
              </a:buClr>
              <a:buSzPts val="8556"/>
              <a:buFont typeface="Amatic SC"/>
              <a:buNone/>
            </a:pPr>
            <a:r>
              <a:rPr lang="en-US" sz="8556" b="1" i="0" u="none" strike="noStrike" cap="none" dirty="0">
                <a:solidFill>
                  <a:srgbClr val="212121"/>
                </a:solidFill>
                <a:latin typeface="Amatic SC"/>
                <a:ea typeface="Amatic SC"/>
                <a:cs typeface="Amatic SC"/>
                <a:sym typeface="Amatic SC"/>
              </a:rPr>
              <a:t>Plugged (code) Activity 1: </a:t>
            </a:r>
            <a:br>
              <a:rPr lang="en-US" sz="8556" b="1" i="0" u="none" strike="noStrike" cap="none" dirty="0">
                <a:solidFill>
                  <a:srgbClr val="212121"/>
                </a:solidFill>
                <a:latin typeface="Amatic SC"/>
                <a:ea typeface="Amatic SC"/>
                <a:cs typeface="Amatic SC"/>
                <a:sym typeface="Amatic SC"/>
              </a:rPr>
            </a:br>
            <a:r>
              <a:rPr lang="en-US" sz="8556" b="1" i="0" u="none" strike="noStrike" cap="none" dirty="0">
                <a:solidFill>
                  <a:srgbClr val="212121"/>
                </a:solidFill>
                <a:latin typeface="Amatic SC"/>
                <a:ea typeface="Amatic SC"/>
                <a:cs typeface="Amatic SC"/>
                <a:sym typeface="Amatic SC"/>
              </a:rPr>
              <a:t>sorting an array of numbers</a:t>
            </a:r>
            <a:endParaRPr dirty="0"/>
          </a:p>
        </p:txBody>
      </p:sp>
      <p:pic>
        <p:nvPicPr>
          <p:cNvPr id="3" name="Picture 2">
            <a:extLst>
              <a:ext uri="{FF2B5EF4-FFF2-40B4-BE49-F238E27FC236}">
                <a16:creationId xmlns:a16="http://schemas.microsoft.com/office/drawing/2014/main" id="{EC5CC71E-EA03-15D3-42E1-01B52DFAE4FC}"/>
              </a:ext>
            </a:extLst>
          </p:cNvPr>
          <p:cNvPicPr>
            <a:picLocks noChangeAspect="1"/>
          </p:cNvPicPr>
          <p:nvPr/>
        </p:nvPicPr>
        <p:blipFill>
          <a:blip r:embed="rId3"/>
          <a:stretch>
            <a:fillRect/>
          </a:stretch>
        </p:blipFill>
        <p:spPr>
          <a:xfrm>
            <a:off x="1231900" y="7346832"/>
            <a:ext cx="10897674" cy="717667"/>
          </a:xfrm>
          <a:prstGeom prst="rect">
            <a:avLst/>
          </a:prstGeom>
        </p:spPr>
      </p:pic>
    </p:spTree>
    <p:extLst>
      <p:ext uri="{BB962C8B-B14F-4D97-AF65-F5344CB8AC3E}">
        <p14:creationId xmlns:p14="http://schemas.microsoft.com/office/powerpoint/2010/main" val="29698207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E67DB-B2BC-A932-B2A9-D69B8D6D10F0}"/>
              </a:ext>
            </a:extLst>
          </p:cNvPr>
          <p:cNvSpPr>
            <a:spLocks noGrp="1"/>
          </p:cNvSpPr>
          <p:nvPr>
            <p:ph type="title"/>
          </p:nvPr>
        </p:nvSpPr>
        <p:spPr/>
        <p:txBody>
          <a:bodyPr/>
          <a:lstStyle/>
          <a:p>
            <a:r>
              <a:rPr lang="en-US" dirty="0"/>
              <a:t>Review Code	</a:t>
            </a:r>
          </a:p>
        </p:txBody>
      </p:sp>
      <p:sp>
        <p:nvSpPr>
          <p:cNvPr id="3" name="Text Placeholder 2">
            <a:extLst>
              <a:ext uri="{FF2B5EF4-FFF2-40B4-BE49-F238E27FC236}">
                <a16:creationId xmlns:a16="http://schemas.microsoft.com/office/drawing/2014/main" id="{D530ED24-2B32-9BEA-D2D3-16E44B5AAEBD}"/>
              </a:ext>
            </a:extLst>
          </p:cNvPr>
          <p:cNvSpPr>
            <a:spLocks noGrp="1"/>
          </p:cNvSpPr>
          <p:nvPr>
            <p:ph type="body" idx="1"/>
          </p:nvPr>
        </p:nvSpPr>
        <p:spPr/>
        <p:txBody>
          <a:bodyPr anchor="t"/>
          <a:lstStyle/>
          <a:p>
            <a:r>
              <a:rPr lang="en-US" dirty="0"/>
              <a:t>Review Code for sequential sorting – PennySortingSequential.java</a:t>
            </a:r>
          </a:p>
          <a:p>
            <a:r>
              <a:rPr lang="en-US" dirty="0"/>
              <a:t>Review Code for parallel sorting - PennySortingParallel.java</a:t>
            </a:r>
          </a:p>
          <a:p>
            <a:pPr lvl="2">
              <a:spcBef>
                <a:spcPts val="2400"/>
              </a:spcBef>
            </a:pPr>
            <a:r>
              <a:rPr lang="en-US" dirty="0" err="1"/>
              <a:t>parallelSort</a:t>
            </a:r>
            <a:r>
              <a:rPr lang="en-US" dirty="0"/>
              <a:t>()</a:t>
            </a:r>
          </a:p>
          <a:p>
            <a:pPr lvl="2"/>
            <a:r>
              <a:rPr lang="en-US" dirty="0"/>
              <a:t>Sorting with Stream</a:t>
            </a:r>
          </a:p>
          <a:p>
            <a:pPr lvl="2"/>
            <a:r>
              <a:rPr lang="en-US" dirty="0"/>
              <a:t>Fork/Join</a:t>
            </a:r>
          </a:p>
        </p:txBody>
      </p:sp>
    </p:spTree>
    <p:extLst>
      <p:ext uri="{BB962C8B-B14F-4D97-AF65-F5344CB8AC3E}">
        <p14:creationId xmlns:p14="http://schemas.microsoft.com/office/powerpoint/2010/main" val="1249466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D0669-6627-E0CD-B10A-9852B8D82F0B}"/>
              </a:ext>
            </a:extLst>
          </p:cNvPr>
          <p:cNvSpPr>
            <a:spLocks noGrp="1"/>
          </p:cNvSpPr>
          <p:nvPr>
            <p:ph type="title"/>
          </p:nvPr>
        </p:nvSpPr>
        <p:spPr/>
        <p:txBody>
          <a:bodyPr/>
          <a:lstStyle/>
          <a:p>
            <a:r>
              <a:rPr lang="en-US" dirty="0"/>
              <a:t>Student Survey</a:t>
            </a:r>
          </a:p>
        </p:txBody>
      </p:sp>
      <p:sp>
        <p:nvSpPr>
          <p:cNvPr id="3" name="Text Placeholder 2">
            <a:extLst>
              <a:ext uri="{FF2B5EF4-FFF2-40B4-BE49-F238E27FC236}">
                <a16:creationId xmlns:a16="http://schemas.microsoft.com/office/drawing/2014/main" id="{E0AC1C36-7AC9-51B2-F5F5-6F4D9D003237}"/>
              </a:ext>
            </a:extLst>
          </p:cNvPr>
          <p:cNvSpPr>
            <a:spLocks noGrp="1"/>
          </p:cNvSpPr>
          <p:nvPr>
            <p:ph type="body" idx="1"/>
          </p:nvPr>
        </p:nvSpPr>
        <p:spPr/>
        <p:txBody>
          <a:bodyPr/>
          <a:lstStyle/>
          <a:p>
            <a:r>
              <a:rPr lang="en-US" dirty="0"/>
              <a:t>Student Engagement Survey – </a:t>
            </a:r>
            <a:r>
              <a:rPr lang="en-US"/>
              <a:t>link provided</a:t>
            </a:r>
            <a:endParaRPr lang="en-US" dirty="0"/>
          </a:p>
        </p:txBody>
      </p:sp>
    </p:spTree>
    <p:extLst>
      <p:ext uri="{BB962C8B-B14F-4D97-AF65-F5344CB8AC3E}">
        <p14:creationId xmlns:p14="http://schemas.microsoft.com/office/powerpoint/2010/main" val="2074933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7"/>
          <p:cNvSpPr txBox="1">
            <a:spLocks noGrp="1"/>
          </p:cNvSpPr>
          <p:nvPr>
            <p:ph type="title"/>
          </p:nvPr>
        </p:nvSpPr>
        <p:spPr>
          <a:xfrm>
            <a:off x="1270000" y="3225800"/>
            <a:ext cx="10464800" cy="3302000"/>
          </a:xfrm>
          <a:prstGeom prst="rect">
            <a:avLst/>
          </a:prstGeom>
          <a:noFill/>
          <a:ln>
            <a:noFill/>
          </a:ln>
        </p:spPr>
        <p:txBody>
          <a:bodyPr spcFirstLastPara="1" wrap="square" lIns="50800" tIns="50800" rIns="50800" bIns="50800" anchor="ctr" anchorCtr="0">
            <a:noAutofit/>
          </a:bodyPr>
          <a:lstStyle/>
          <a:p>
            <a:pPr marL="0" lvl="0" indent="0" algn="ctr" rtl="0">
              <a:lnSpc>
                <a:spcPct val="100000"/>
              </a:lnSpc>
              <a:spcBef>
                <a:spcPts val="0"/>
              </a:spcBef>
              <a:spcAft>
                <a:spcPts val="0"/>
              </a:spcAft>
              <a:buClr>
                <a:srgbClr val="FF0000"/>
              </a:buClr>
              <a:buSzPts val="7200"/>
              <a:buFont typeface="Helvetica Neue"/>
              <a:buNone/>
            </a:pPr>
            <a:r>
              <a:rPr lang="en-US" sz="7200">
                <a:solidFill>
                  <a:srgbClr val="FF0000"/>
                </a:solidFill>
              </a:rPr>
              <a:t>Thank you for your participation!</a:t>
            </a:r>
            <a:br>
              <a:rPr lang="en-US" sz="7200">
                <a:solidFill>
                  <a:srgbClr val="FF0000"/>
                </a:solidFill>
              </a:rPr>
            </a:br>
            <a:br>
              <a:rPr lang="en-US" sz="7200"/>
            </a:br>
            <a:r>
              <a:rPr lang="en-US" sz="7200">
                <a:solidFill>
                  <a:srgbClr val="0070C0"/>
                </a:solidFill>
              </a:rPr>
              <a:t>Hope you enjoyed the parallelism day</a:t>
            </a:r>
            <a:endParaRPr/>
          </a:p>
        </p:txBody>
      </p:sp>
    </p:spTree>
  </p:cSld>
  <p:clrMapOvr>
    <a:masterClrMapping/>
  </p:clrMapOvr>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260</TotalTime>
  <Words>930</Words>
  <Application>Microsoft Office PowerPoint</Application>
  <PresentationFormat>Custom</PresentationFormat>
  <Paragraphs>74</Paragraphs>
  <Slides>14</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Source Code Pro</vt:lpstr>
      <vt:lpstr>Roboto</vt:lpstr>
      <vt:lpstr>Arial</vt:lpstr>
      <vt:lpstr>Amatic SC</vt:lpstr>
      <vt:lpstr>Helvetica Neue Light</vt:lpstr>
      <vt:lpstr>Helvetica Neue</vt:lpstr>
      <vt:lpstr>Times New Roman</vt:lpstr>
      <vt:lpstr>White</vt:lpstr>
      <vt:lpstr>Basics of Parallel &amp; Distributed Computing</vt:lpstr>
      <vt:lpstr>OUTLINE</vt:lpstr>
      <vt:lpstr>Why a Parallel and Distributed Computing Curriculum? </vt:lpstr>
      <vt:lpstr>What is Parallel Computing?</vt:lpstr>
      <vt:lpstr>Unplugged Activity 1:  A pile of Pennies</vt:lpstr>
      <vt:lpstr>Unplugged Activity 2: Description </vt:lpstr>
      <vt:lpstr>Unplugged activity 2 description</vt:lpstr>
      <vt:lpstr>Unplugged activity 2 description cont’d….</vt:lpstr>
      <vt:lpstr>Unplugged activity 2 description cont'd….</vt:lpstr>
      <vt:lpstr>Group Discussion:  what did we learn?</vt:lpstr>
      <vt:lpstr>Plugged (code) Activity 1:  sorting an array of numbers</vt:lpstr>
      <vt:lpstr>Review Code </vt:lpstr>
      <vt:lpstr>Student Survey</vt:lpstr>
      <vt:lpstr>Thank you for your participation!  Hope you enjoyed the parallelism 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Basics of Parallel &amp; Distributed Computing</dc:title>
  <dc:creator>Mary Smith</dc:creator>
  <cp:lastModifiedBy>Mary Smith</cp:lastModifiedBy>
  <cp:revision>9</cp:revision>
  <dcterms:modified xsi:type="dcterms:W3CDTF">2026-07-27T15:56:57Z</dcterms:modified>
</cp:coreProperties>
</file>