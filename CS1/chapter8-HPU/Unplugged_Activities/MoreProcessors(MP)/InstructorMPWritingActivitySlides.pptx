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7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93" d="100"/>
          <a:sy n="93" d="100"/>
        </p:scale>
        <p:origin x="60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ECA05F-8529-456E-9CB4-83C120CA6274}" type="datetimeFigureOut">
              <a:rPr lang="en-US" smtClean="0"/>
              <a:t>7/26/2026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251D36-9062-4B9A-9A5F-EF433DA44707}" type="slidenum">
              <a:rPr lang="en-US" smtClean="0"/>
              <a:t>‹#›</a:t>
            </a:fld>
            <a:endParaRPr lang="en-US"/>
          </a:p>
        </p:txBody>
      </p:sp>
    </p:spTree>
    <p:extLst>
      <p:ext uri="{BB962C8B-B14F-4D97-AF65-F5344CB8AC3E}">
        <p14:creationId xmlns:p14="http://schemas.microsoft.com/office/powerpoint/2010/main" val="34524334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1" name="Google Shape;71;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r>
              <a:rPr lang="en-US"/>
              <a:t>Good afternoon students. As I had mentioned in our last class, today we will work on some unplugged activities to learn some fundamental concepts of PDC.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8" name="Google Shape;78;p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r>
              <a:rPr lang="en-US"/>
              <a:t>Here is the plan for the class today. [then go over the outline]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4" name="Google Shape;84;p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r>
              <a:rPr lang="en-US"/>
              <a:t>In the last few years all laptops, desktops and servers have switched to having one or more multicore processors, with increased performance for applications running on those machines coming from application parallelization instead of increasing clock speeds. Even tablets and smartphones (both Android and iOS based devices) and music players (e.g., the Apple iPod Touch) utilize multicore processors. This shift in processor architectures has made waiting until graduate courses to learn parallelism untenable as it leaves students unprepared for the workforce and for performing graduate level work in many important areas of computer science. Therefore the IEEE TCPP along with NSF and ACM have taken an initiative to mandate the introduction of PDC at an undergrad level. This work is also a research step towards that initiative. For more info visit the link on the slide.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0" name="Google Shape;90;p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r>
              <a:rPr lang="en-US" dirty="0"/>
              <a:t>We will look at a short video to understand the basic concept behind parallel &amp; distributed computing. If you are interested in learning more then refer to the links on this slide.</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6" name="Google Shape;96;p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r>
              <a:rPr lang="en-US"/>
              <a:t>Now lets create groups according to the group list posted on blackboard. Each group will have 5 -6 members. Please take turns in working as a processor for the activities we will do today.</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 name="Google Shape;120;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1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8" name="Google Shape;158;p1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r>
              <a:rPr lang="en-US"/>
              <a:t>Now discuss among your group what aspects of parallel computing you learnt from the activity [allow 5 mins, then give time for questions to the teacher]</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2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E197A-DF75-F11B-F3F3-05EF1B84548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3BB297E-54EC-1A2C-8708-F0000189C9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7516E43-2C4E-E7F7-1DE7-BBAE17C96B4A}"/>
              </a:ext>
            </a:extLst>
          </p:cNvPr>
          <p:cNvSpPr>
            <a:spLocks noGrp="1"/>
          </p:cNvSpPr>
          <p:nvPr>
            <p:ph type="dt" sz="half" idx="10"/>
          </p:nvPr>
        </p:nvSpPr>
        <p:spPr/>
        <p:txBody>
          <a:bodyPr/>
          <a:lstStyle/>
          <a:p>
            <a:fld id="{A92AEA00-86BD-4471-811C-470D716F04E1}" type="datetimeFigureOut">
              <a:rPr lang="en-US" smtClean="0"/>
              <a:t>7/26/2026</a:t>
            </a:fld>
            <a:endParaRPr lang="en-US"/>
          </a:p>
        </p:txBody>
      </p:sp>
      <p:sp>
        <p:nvSpPr>
          <p:cNvPr id="5" name="Footer Placeholder 4">
            <a:extLst>
              <a:ext uri="{FF2B5EF4-FFF2-40B4-BE49-F238E27FC236}">
                <a16:creationId xmlns:a16="http://schemas.microsoft.com/office/drawing/2014/main" id="{2EAB47B2-B6F8-FC03-563D-EFB26E2929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4CBA36-9D15-B7F8-A27E-BE732F38D1BB}"/>
              </a:ext>
            </a:extLst>
          </p:cNvPr>
          <p:cNvSpPr>
            <a:spLocks noGrp="1"/>
          </p:cNvSpPr>
          <p:nvPr>
            <p:ph type="sldNum" sz="quarter" idx="12"/>
          </p:nvPr>
        </p:nvSpPr>
        <p:spPr/>
        <p:txBody>
          <a:bodyPr/>
          <a:lstStyle/>
          <a:p>
            <a:fld id="{2939DA54-2CF2-4194-8D1F-51D76D5351CC}" type="slidenum">
              <a:rPr lang="en-US" smtClean="0"/>
              <a:t>‹#›</a:t>
            </a:fld>
            <a:endParaRPr lang="en-US"/>
          </a:p>
        </p:txBody>
      </p:sp>
    </p:spTree>
    <p:extLst>
      <p:ext uri="{BB962C8B-B14F-4D97-AF65-F5344CB8AC3E}">
        <p14:creationId xmlns:p14="http://schemas.microsoft.com/office/powerpoint/2010/main" val="30575527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7E913-BFB2-13AE-FE31-10B5F8DC4ED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7B2D13-C620-529B-3B2F-89AA34640F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35D39E-2E12-F8F8-BE48-C7A20F96428D}"/>
              </a:ext>
            </a:extLst>
          </p:cNvPr>
          <p:cNvSpPr>
            <a:spLocks noGrp="1"/>
          </p:cNvSpPr>
          <p:nvPr>
            <p:ph type="dt" sz="half" idx="10"/>
          </p:nvPr>
        </p:nvSpPr>
        <p:spPr/>
        <p:txBody>
          <a:bodyPr/>
          <a:lstStyle/>
          <a:p>
            <a:fld id="{A92AEA00-86BD-4471-811C-470D716F04E1}" type="datetimeFigureOut">
              <a:rPr lang="en-US" smtClean="0"/>
              <a:t>7/26/2026</a:t>
            </a:fld>
            <a:endParaRPr lang="en-US"/>
          </a:p>
        </p:txBody>
      </p:sp>
      <p:sp>
        <p:nvSpPr>
          <p:cNvPr id="5" name="Footer Placeholder 4">
            <a:extLst>
              <a:ext uri="{FF2B5EF4-FFF2-40B4-BE49-F238E27FC236}">
                <a16:creationId xmlns:a16="http://schemas.microsoft.com/office/drawing/2014/main" id="{415E5E48-9B19-66DD-C638-2479A324B8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EE47A7-FC65-96DC-E6E6-0F93AF37F3DA}"/>
              </a:ext>
            </a:extLst>
          </p:cNvPr>
          <p:cNvSpPr>
            <a:spLocks noGrp="1"/>
          </p:cNvSpPr>
          <p:nvPr>
            <p:ph type="sldNum" sz="quarter" idx="12"/>
          </p:nvPr>
        </p:nvSpPr>
        <p:spPr/>
        <p:txBody>
          <a:bodyPr/>
          <a:lstStyle/>
          <a:p>
            <a:fld id="{2939DA54-2CF2-4194-8D1F-51D76D5351CC}" type="slidenum">
              <a:rPr lang="en-US" smtClean="0"/>
              <a:t>‹#›</a:t>
            </a:fld>
            <a:endParaRPr lang="en-US"/>
          </a:p>
        </p:txBody>
      </p:sp>
    </p:spTree>
    <p:extLst>
      <p:ext uri="{BB962C8B-B14F-4D97-AF65-F5344CB8AC3E}">
        <p14:creationId xmlns:p14="http://schemas.microsoft.com/office/powerpoint/2010/main" val="131136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B38D1-2143-7A3D-36AB-D40304BCDD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B63FB4E-55FF-88FE-4514-B67906C271C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38C5838-645A-D48A-B216-FB7E483F502A}"/>
              </a:ext>
            </a:extLst>
          </p:cNvPr>
          <p:cNvSpPr>
            <a:spLocks noGrp="1"/>
          </p:cNvSpPr>
          <p:nvPr>
            <p:ph type="dt" sz="half" idx="10"/>
          </p:nvPr>
        </p:nvSpPr>
        <p:spPr/>
        <p:txBody>
          <a:bodyPr/>
          <a:lstStyle/>
          <a:p>
            <a:fld id="{A92AEA00-86BD-4471-811C-470D716F04E1}" type="datetimeFigureOut">
              <a:rPr lang="en-US" smtClean="0"/>
              <a:t>7/26/2026</a:t>
            </a:fld>
            <a:endParaRPr lang="en-US"/>
          </a:p>
        </p:txBody>
      </p:sp>
      <p:sp>
        <p:nvSpPr>
          <p:cNvPr id="5" name="Footer Placeholder 4">
            <a:extLst>
              <a:ext uri="{FF2B5EF4-FFF2-40B4-BE49-F238E27FC236}">
                <a16:creationId xmlns:a16="http://schemas.microsoft.com/office/drawing/2014/main" id="{D40D895E-1384-8CD8-963F-CF8C6585B5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090E36-0652-A072-5EE3-431DC2D19FEA}"/>
              </a:ext>
            </a:extLst>
          </p:cNvPr>
          <p:cNvSpPr>
            <a:spLocks noGrp="1"/>
          </p:cNvSpPr>
          <p:nvPr>
            <p:ph type="sldNum" sz="quarter" idx="12"/>
          </p:nvPr>
        </p:nvSpPr>
        <p:spPr/>
        <p:txBody>
          <a:bodyPr/>
          <a:lstStyle/>
          <a:p>
            <a:fld id="{2939DA54-2CF2-4194-8D1F-51D76D5351CC}" type="slidenum">
              <a:rPr lang="en-US" smtClean="0"/>
              <a:t>‹#›</a:t>
            </a:fld>
            <a:endParaRPr lang="en-US"/>
          </a:p>
        </p:txBody>
      </p:sp>
    </p:spTree>
    <p:extLst>
      <p:ext uri="{BB962C8B-B14F-4D97-AF65-F5344CB8AC3E}">
        <p14:creationId xmlns:p14="http://schemas.microsoft.com/office/powerpoint/2010/main" val="40341074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E4EAC-7999-29DE-CEFC-EA1E1E2085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FEA094-4AFB-8AE7-EF41-E1E4FCE6F5C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610EFD6-65C3-E35F-07A2-2AE4BACD39C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FCBBABA-BEC2-8656-BF7A-CCCC40BBCFD4}"/>
              </a:ext>
            </a:extLst>
          </p:cNvPr>
          <p:cNvSpPr>
            <a:spLocks noGrp="1"/>
          </p:cNvSpPr>
          <p:nvPr>
            <p:ph type="dt" sz="half" idx="10"/>
          </p:nvPr>
        </p:nvSpPr>
        <p:spPr/>
        <p:txBody>
          <a:bodyPr/>
          <a:lstStyle/>
          <a:p>
            <a:fld id="{A92AEA00-86BD-4471-811C-470D716F04E1}" type="datetimeFigureOut">
              <a:rPr lang="en-US" smtClean="0"/>
              <a:t>7/26/2026</a:t>
            </a:fld>
            <a:endParaRPr lang="en-US"/>
          </a:p>
        </p:txBody>
      </p:sp>
      <p:sp>
        <p:nvSpPr>
          <p:cNvPr id="6" name="Footer Placeholder 5">
            <a:extLst>
              <a:ext uri="{FF2B5EF4-FFF2-40B4-BE49-F238E27FC236}">
                <a16:creationId xmlns:a16="http://schemas.microsoft.com/office/drawing/2014/main" id="{3D275DE0-0AE9-C528-C847-10E5BD014F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18053-679B-A929-0781-DA7273C9BF8A}"/>
              </a:ext>
            </a:extLst>
          </p:cNvPr>
          <p:cNvSpPr>
            <a:spLocks noGrp="1"/>
          </p:cNvSpPr>
          <p:nvPr>
            <p:ph type="sldNum" sz="quarter" idx="12"/>
          </p:nvPr>
        </p:nvSpPr>
        <p:spPr/>
        <p:txBody>
          <a:bodyPr/>
          <a:lstStyle/>
          <a:p>
            <a:fld id="{2939DA54-2CF2-4194-8D1F-51D76D5351CC}" type="slidenum">
              <a:rPr lang="en-US" smtClean="0"/>
              <a:t>‹#›</a:t>
            </a:fld>
            <a:endParaRPr lang="en-US"/>
          </a:p>
        </p:txBody>
      </p:sp>
    </p:spTree>
    <p:extLst>
      <p:ext uri="{BB962C8B-B14F-4D97-AF65-F5344CB8AC3E}">
        <p14:creationId xmlns:p14="http://schemas.microsoft.com/office/powerpoint/2010/main" val="190215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3DEE8-AFA3-DEA7-04E0-A2BF4D2C37C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4C8D7E-AAE6-FFFC-91FE-46336B81C6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9E4A2A-E873-0ACB-A912-A07482A7F4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558C4F-96D6-FF37-7326-4A707B4BEDE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AF56B71-D03A-7850-1A36-52EED25BDF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9A3231E-3434-80C2-FBAE-5873AE63D821}"/>
              </a:ext>
            </a:extLst>
          </p:cNvPr>
          <p:cNvSpPr>
            <a:spLocks noGrp="1"/>
          </p:cNvSpPr>
          <p:nvPr>
            <p:ph type="dt" sz="half" idx="10"/>
          </p:nvPr>
        </p:nvSpPr>
        <p:spPr/>
        <p:txBody>
          <a:bodyPr/>
          <a:lstStyle/>
          <a:p>
            <a:fld id="{A92AEA00-86BD-4471-811C-470D716F04E1}" type="datetimeFigureOut">
              <a:rPr lang="en-US" smtClean="0"/>
              <a:t>7/26/2026</a:t>
            </a:fld>
            <a:endParaRPr lang="en-US"/>
          </a:p>
        </p:txBody>
      </p:sp>
      <p:sp>
        <p:nvSpPr>
          <p:cNvPr id="8" name="Footer Placeholder 7">
            <a:extLst>
              <a:ext uri="{FF2B5EF4-FFF2-40B4-BE49-F238E27FC236}">
                <a16:creationId xmlns:a16="http://schemas.microsoft.com/office/drawing/2014/main" id="{70BBA4DD-0882-BDE5-FEEA-E54B2C7E47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F68ABE2-67E3-5BC3-AE1F-C4308C12139E}"/>
              </a:ext>
            </a:extLst>
          </p:cNvPr>
          <p:cNvSpPr>
            <a:spLocks noGrp="1"/>
          </p:cNvSpPr>
          <p:nvPr>
            <p:ph type="sldNum" sz="quarter" idx="12"/>
          </p:nvPr>
        </p:nvSpPr>
        <p:spPr/>
        <p:txBody>
          <a:bodyPr/>
          <a:lstStyle/>
          <a:p>
            <a:fld id="{2939DA54-2CF2-4194-8D1F-51D76D5351CC}" type="slidenum">
              <a:rPr lang="en-US" smtClean="0"/>
              <a:t>‹#›</a:t>
            </a:fld>
            <a:endParaRPr lang="en-US"/>
          </a:p>
        </p:txBody>
      </p:sp>
    </p:spTree>
    <p:extLst>
      <p:ext uri="{BB962C8B-B14F-4D97-AF65-F5344CB8AC3E}">
        <p14:creationId xmlns:p14="http://schemas.microsoft.com/office/powerpoint/2010/main" val="3416210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F4946-0B05-85EF-12B6-C3B69840DC5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28BB737-044C-1DB7-FB38-168072E6B801}"/>
              </a:ext>
            </a:extLst>
          </p:cNvPr>
          <p:cNvSpPr>
            <a:spLocks noGrp="1"/>
          </p:cNvSpPr>
          <p:nvPr>
            <p:ph type="dt" sz="half" idx="10"/>
          </p:nvPr>
        </p:nvSpPr>
        <p:spPr/>
        <p:txBody>
          <a:bodyPr/>
          <a:lstStyle/>
          <a:p>
            <a:fld id="{A92AEA00-86BD-4471-811C-470D716F04E1}" type="datetimeFigureOut">
              <a:rPr lang="en-US" smtClean="0"/>
              <a:t>7/26/2026</a:t>
            </a:fld>
            <a:endParaRPr lang="en-US"/>
          </a:p>
        </p:txBody>
      </p:sp>
      <p:sp>
        <p:nvSpPr>
          <p:cNvPr id="4" name="Footer Placeholder 3">
            <a:extLst>
              <a:ext uri="{FF2B5EF4-FFF2-40B4-BE49-F238E27FC236}">
                <a16:creationId xmlns:a16="http://schemas.microsoft.com/office/drawing/2014/main" id="{AB349605-2884-CF74-5D2A-39490EDAAA3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31E19FC-1C3D-BFD1-70C2-F7E08EEC1E79}"/>
              </a:ext>
            </a:extLst>
          </p:cNvPr>
          <p:cNvSpPr>
            <a:spLocks noGrp="1"/>
          </p:cNvSpPr>
          <p:nvPr>
            <p:ph type="sldNum" sz="quarter" idx="12"/>
          </p:nvPr>
        </p:nvSpPr>
        <p:spPr/>
        <p:txBody>
          <a:bodyPr/>
          <a:lstStyle/>
          <a:p>
            <a:fld id="{2939DA54-2CF2-4194-8D1F-51D76D5351CC}" type="slidenum">
              <a:rPr lang="en-US" smtClean="0"/>
              <a:t>‹#›</a:t>
            </a:fld>
            <a:endParaRPr lang="en-US"/>
          </a:p>
        </p:txBody>
      </p:sp>
    </p:spTree>
    <p:extLst>
      <p:ext uri="{BB962C8B-B14F-4D97-AF65-F5344CB8AC3E}">
        <p14:creationId xmlns:p14="http://schemas.microsoft.com/office/powerpoint/2010/main" val="2392661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81E108-6498-39BC-45BE-E4101235F3BF}"/>
              </a:ext>
            </a:extLst>
          </p:cNvPr>
          <p:cNvSpPr>
            <a:spLocks noGrp="1"/>
          </p:cNvSpPr>
          <p:nvPr>
            <p:ph type="dt" sz="half" idx="10"/>
          </p:nvPr>
        </p:nvSpPr>
        <p:spPr/>
        <p:txBody>
          <a:bodyPr/>
          <a:lstStyle/>
          <a:p>
            <a:fld id="{A92AEA00-86BD-4471-811C-470D716F04E1}" type="datetimeFigureOut">
              <a:rPr lang="en-US" smtClean="0"/>
              <a:t>7/26/2026</a:t>
            </a:fld>
            <a:endParaRPr lang="en-US"/>
          </a:p>
        </p:txBody>
      </p:sp>
      <p:sp>
        <p:nvSpPr>
          <p:cNvPr id="3" name="Footer Placeholder 2">
            <a:extLst>
              <a:ext uri="{FF2B5EF4-FFF2-40B4-BE49-F238E27FC236}">
                <a16:creationId xmlns:a16="http://schemas.microsoft.com/office/drawing/2014/main" id="{0236E04D-BB50-53E1-D792-0AFC4B89CBF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64F7E9B-6A13-F3B4-ECC0-BACC58B6D74C}"/>
              </a:ext>
            </a:extLst>
          </p:cNvPr>
          <p:cNvSpPr>
            <a:spLocks noGrp="1"/>
          </p:cNvSpPr>
          <p:nvPr>
            <p:ph type="sldNum" sz="quarter" idx="12"/>
          </p:nvPr>
        </p:nvSpPr>
        <p:spPr/>
        <p:txBody>
          <a:bodyPr/>
          <a:lstStyle/>
          <a:p>
            <a:fld id="{2939DA54-2CF2-4194-8D1F-51D76D5351CC}" type="slidenum">
              <a:rPr lang="en-US" smtClean="0"/>
              <a:t>‹#›</a:t>
            </a:fld>
            <a:endParaRPr lang="en-US"/>
          </a:p>
        </p:txBody>
      </p:sp>
    </p:spTree>
    <p:extLst>
      <p:ext uri="{BB962C8B-B14F-4D97-AF65-F5344CB8AC3E}">
        <p14:creationId xmlns:p14="http://schemas.microsoft.com/office/powerpoint/2010/main" val="1090666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0A689-2600-CEEF-C6C0-D6019FC17B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C1DB701-E53B-C14B-4316-2A4FA37BAC0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9E9BA3-D4A5-6835-D424-E6F4FFA71A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D64E2B-B901-9298-8D2A-05CA6B5491BB}"/>
              </a:ext>
            </a:extLst>
          </p:cNvPr>
          <p:cNvSpPr>
            <a:spLocks noGrp="1"/>
          </p:cNvSpPr>
          <p:nvPr>
            <p:ph type="dt" sz="half" idx="10"/>
          </p:nvPr>
        </p:nvSpPr>
        <p:spPr/>
        <p:txBody>
          <a:bodyPr/>
          <a:lstStyle/>
          <a:p>
            <a:fld id="{A92AEA00-86BD-4471-811C-470D716F04E1}" type="datetimeFigureOut">
              <a:rPr lang="en-US" smtClean="0"/>
              <a:t>7/26/2026</a:t>
            </a:fld>
            <a:endParaRPr lang="en-US"/>
          </a:p>
        </p:txBody>
      </p:sp>
      <p:sp>
        <p:nvSpPr>
          <p:cNvPr id="6" name="Footer Placeholder 5">
            <a:extLst>
              <a:ext uri="{FF2B5EF4-FFF2-40B4-BE49-F238E27FC236}">
                <a16:creationId xmlns:a16="http://schemas.microsoft.com/office/drawing/2014/main" id="{8A230C53-AFF9-93E3-832F-CB92383036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F8478B-8C20-2350-CFD8-DBAB95F418BD}"/>
              </a:ext>
            </a:extLst>
          </p:cNvPr>
          <p:cNvSpPr>
            <a:spLocks noGrp="1"/>
          </p:cNvSpPr>
          <p:nvPr>
            <p:ph type="sldNum" sz="quarter" idx="12"/>
          </p:nvPr>
        </p:nvSpPr>
        <p:spPr/>
        <p:txBody>
          <a:bodyPr/>
          <a:lstStyle/>
          <a:p>
            <a:fld id="{2939DA54-2CF2-4194-8D1F-51D76D5351CC}" type="slidenum">
              <a:rPr lang="en-US" smtClean="0"/>
              <a:t>‹#›</a:t>
            </a:fld>
            <a:endParaRPr lang="en-US"/>
          </a:p>
        </p:txBody>
      </p:sp>
    </p:spTree>
    <p:extLst>
      <p:ext uri="{BB962C8B-B14F-4D97-AF65-F5344CB8AC3E}">
        <p14:creationId xmlns:p14="http://schemas.microsoft.com/office/powerpoint/2010/main" val="20652908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25919-0AF3-B2A3-AFB9-87A6950B4D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115DEF8-A018-0315-AE48-1EEE2D1586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F012DA2-29FC-14D6-8191-B0024F4A7C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A9AC66-7DD6-6B90-9FE4-42FE690A5256}"/>
              </a:ext>
            </a:extLst>
          </p:cNvPr>
          <p:cNvSpPr>
            <a:spLocks noGrp="1"/>
          </p:cNvSpPr>
          <p:nvPr>
            <p:ph type="dt" sz="half" idx="10"/>
          </p:nvPr>
        </p:nvSpPr>
        <p:spPr/>
        <p:txBody>
          <a:bodyPr/>
          <a:lstStyle/>
          <a:p>
            <a:fld id="{A92AEA00-86BD-4471-811C-470D716F04E1}" type="datetimeFigureOut">
              <a:rPr lang="en-US" smtClean="0"/>
              <a:t>7/26/2026</a:t>
            </a:fld>
            <a:endParaRPr lang="en-US"/>
          </a:p>
        </p:txBody>
      </p:sp>
      <p:sp>
        <p:nvSpPr>
          <p:cNvPr id="6" name="Footer Placeholder 5">
            <a:extLst>
              <a:ext uri="{FF2B5EF4-FFF2-40B4-BE49-F238E27FC236}">
                <a16:creationId xmlns:a16="http://schemas.microsoft.com/office/drawing/2014/main" id="{5A511C89-E3F5-045F-B9B9-8E5948B70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0F22D0-8C47-C81B-0601-DE944D88DAC3}"/>
              </a:ext>
            </a:extLst>
          </p:cNvPr>
          <p:cNvSpPr>
            <a:spLocks noGrp="1"/>
          </p:cNvSpPr>
          <p:nvPr>
            <p:ph type="sldNum" sz="quarter" idx="12"/>
          </p:nvPr>
        </p:nvSpPr>
        <p:spPr/>
        <p:txBody>
          <a:bodyPr/>
          <a:lstStyle/>
          <a:p>
            <a:fld id="{2939DA54-2CF2-4194-8D1F-51D76D5351CC}" type="slidenum">
              <a:rPr lang="en-US" smtClean="0"/>
              <a:t>‹#›</a:t>
            </a:fld>
            <a:endParaRPr lang="en-US"/>
          </a:p>
        </p:txBody>
      </p:sp>
    </p:spTree>
    <p:extLst>
      <p:ext uri="{BB962C8B-B14F-4D97-AF65-F5344CB8AC3E}">
        <p14:creationId xmlns:p14="http://schemas.microsoft.com/office/powerpoint/2010/main" val="999068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5D9B0-BF40-01EC-85C4-CFDEDBA3678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C0D71D8-D5B7-CAAE-1BBC-784C0BDDC65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865B1C-5C85-CEB8-4256-787BC6C1335C}"/>
              </a:ext>
            </a:extLst>
          </p:cNvPr>
          <p:cNvSpPr>
            <a:spLocks noGrp="1"/>
          </p:cNvSpPr>
          <p:nvPr>
            <p:ph type="dt" sz="half" idx="10"/>
          </p:nvPr>
        </p:nvSpPr>
        <p:spPr/>
        <p:txBody>
          <a:bodyPr/>
          <a:lstStyle/>
          <a:p>
            <a:fld id="{A92AEA00-86BD-4471-811C-470D716F04E1}" type="datetimeFigureOut">
              <a:rPr lang="en-US" smtClean="0"/>
              <a:t>7/26/2026</a:t>
            </a:fld>
            <a:endParaRPr lang="en-US"/>
          </a:p>
        </p:txBody>
      </p:sp>
      <p:sp>
        <p:nvSpPr>
          <p:cNvPr id="5" name="Footer Placeholder 4">
            <a:extLst>
              <a:ext uri="{FF2B5EF4-FFF2-40B4-BE49-F238E27FC236}">
                <a16:creationId xmlns:a16="http://schemas.microsoft.com/office/drawing/2014/main" id="{376A6605-8CC2-4BC9-AD1F-D76BD8603A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4CFF5C-073A-4556-93EF-6D5A9A210DEA}"/>
              </a:ext>
            </a:extLst>
          </p:cNvPr>
          <p:cNvSpPr>
            <a:spLocks noGrp="1"/>
          </p:cNvSpPr>
          <p:nvPr>
            <p:ph type="sldNum" sz="quarter" idx="12"/>
          </p:nvPr>
        </p:nvSpPr>
        <p:spPr/>
        <p:txBody>
          <a:bodyPr/>
          <a:lstStyle/>
          <a:p>
            <a:fld id="{2939DA54-2CF2-4194-8D1F-51D76D5351CC}" type="slidenum">
              <a:rPr lang="en-US" smtClean="0"/>
              <a:t>‹#›</a:t>
            </a:fld>
            <a:endParaRPr lang="en-US"/>
          </a:p>
        </p:txBody>
      </p:sp>
    </p:spTree>
    <p:extLst>
      <p:ext uri="{BB962C8B-B14F-4D97-AF65-F5344CB8AC3E}">
        <p14:creationId xmlns:p14="http://schemas.microsoft.com/office/powerpoint/2010/main" val="655847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E3FEE8-EB1C-991C-F2EB-0465A608BA7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31E0FE7-A7BD-D2A9-5358-7A51795038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F5B522-2055-4752-0269-7A067A18C640}"/>
              </a:ext>
            </a:extLst>
          </p:cNvPr>
          <p:cNvSpPr>
            <a:spLocks noGrp="1"/>
          </p:cNvSpPr>
          <p:nvPr>
            <p:ph type="dt" sz="half" idx="10"/>
          </p:nvPr>
        </p:nvSpPr>
        <p:spPr/>
        <p:txBody>
          <a:bodyPr/>
          <a:lstStyle/>
          <a:p>
            <a:fld id="{A92AEA00-86BD-4471-811C-470D716F04E1}" type="datetimeFigureOut">
              <a:rPr lang="en-US" smtClean="0"/>
              <a:t>7/26/2026</a:t>
            </a:fld>
            <a:endParaRPr lang="en-US"/>
          </a:p>
        </p:txBody>
      </p:sp>
      <p:sp>
        <p:nvSpPr>
          <p:cNvPr id="5" name="Footer Placeholder 4">
            <a:extLst>
              <a:ext uri="{FF2B5EF4-FFF2-40B4-BE49-F238E27FC236}">
                <a16:creationId xmlns:a16="http://schemas.microsoft.com/office/drawing/2014/main" id="{6545A0D1-F2C7-1AC1-C33D-FD3DCBCCBB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EE5C8F-F301-DDF8-CFD9-306093EF4E08}"/>
              </a:ext>
            </a:extLst>
          </p:cNvPr>
          <p:cNvSpPr>
            <a:spLocks noGrp="1"/>
          </p:cNvSpPr>
          <p:nvPr>
            <p:ph type="sldNum" sz="quarter" idx="12"/>
          </p:nvPr>
        </p:nvSpPr>
        <p:spPr/>
        <p:txBody>
          <a:bodyPr/>
          <a:lstStyle/>
          <a:p>
            <a:fld id="{2939DA54-2CF2-4194-8D1F-51D76D5351CC}" type="slidenum">
              <a:rPr lang="en-US" smtClean="0"/>
              <a:t>‹#›</a:t>
            </a:fld>
            <a:endParaRPr lang="en-US"/>
          </a:p>
        </p:txBody>
      </p:sp>
    </p:spTree>
    <p:extLst>
      <p:ext uri="{BB962C8B-B14F-4D97-AF65-F5344CB8AC3E}">
        <p14:creationId xmlns:p14="http://schemas.microsoft.com/office/powerpoint/2010/main" val="16955770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mp; Bullets" type="tx">
  <p:cSld name="Title &amp; Bullets">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892969" y="178594"/>
            <a:ext cx="10406063" cy="1518047"/>
          </a:xfrm>
          <a:prstGeom prst="rect">
            <a:avLst/>
          </a:prstGeom>
          <a:noFill/>
          <a:ln>
            <a:noFill/>
          </a:ln>
        </p:spPr>
        <p:txBody>
          <a:bodyPr spcFirstLastPara="1" wrap="square" lIns="50800" tIns="50800" rIns="50800" bIns="50800" anchor="ctr" anchorCtr="0">
            <a:no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5" name="Google Shape;15;p3"/>
          <p:cNvSpPr txBox="1">
            <a:spLocks noGrp="1"/>
          </p:cNvSpPr>
          <p:nvPr>
            <p:ph type="body" idx="1"/>
          </p:nvPr>
        </p:nvSpPr>
        <p:spPr>
          <a:xfrm>
            <a:off x="892969" y="1821656"/>
            <a:ext cx="10406063" cy="4420195"/>
          </a:xfrm>
          <a:prstGeom prst="rect">
            <a:avLst/>
          </a:prstGeom>
          <a:noFill/>
          <a:ln>
            <a:noFill/>
          </a:ln>
        </p:spPr>
        <p:txBody>
          <a:bodyPr spcFirstLastPara="1" wrap="square" lIns="50800" tIns="50800" rIns="50800" bIns="50800" anchor="ctr" anchorCtr="0">
            <a:noAutofit/>
          </a:bodyPr>
          <a:lstStyle>
            <a:lvl1pPr marL="321457" lvl="0" indent="-277257" algn="l">
              <a:lnSpc>
                <a:spcPct val="100000"/>
              </a:lnSpc>
              <a:spcBef>
                <a:spcPts val="2953"/>
              </a:spcBef>
              <a:spcAft>
                <a:spcPts val="0"/>
              </a:spcAft>
              <a:buClr>
                <a:srgbClr val="000000"/>
              </a:buClr>
              <a:buSzPts val="2610"/>
              <a:buChar char="•"/>
              <a:defRPr/>
            </a:lvl1pPr>
            <a:lvl2pPr marL="642915" lvl="1" indent="-277257" algn="l">
              <a:lnSpc>
                <a:spcPct val="100000"/>
              </a:lnSpc>
              <a:spcBef>
                <a:spcPts val="2953"/>
              </a:spcBef>
              <a:spcAft>
                <a:spcPts val="0"/>
              </a:spcAft>
              <a:buClr>
                <a:srgbClr val="000000"/>
              </a:buClr>
              <a:buSzPts val="2610"/>
              <a:buChar char="•"/>
              <a:defRPr/>
            </a:lvl2pPr>
            <a:lvl3pPr marL="964372" lvl="2" indent="-277257" algn="l">
              <a:lnSpc>
                <a:spcPct val="100000"/>
              </a:lnSpc>
              <a:spcBef>
                <a:spcPts val="2953"/>
              </a:spcBef>
              <a:spcAft>
                <a:spcPts val="0"/>
              </a:spcAft>
              <a:buClr>
                <a:srgbClr val="000000"/>
              </a:buClr>
              <a:buSzPts val="2610"/>
              <a:buChar char="•"/>
              <a:defRPr/>
            </a:lvl3pPr>
            <a:lvl4pPr marL="1285829" lvl="3" indent="-277257" algn="l">
              <a:lnSpc>
                <a:spcPct val="100000"/>
              </a:lnSpc>
              <a:spcBef>
                <a:spcPts val="2953"/>
              </a:spcBef>
              <a:spcAft>
                <a:spcPts val="0"/>
              </a:spcAft>
              <a:buClr>
                <a:srgbClr val="000000"/>
              </a:buClr>
              <a:buSzPts val="2610"/>
              <a:buChar char="•"/>
              <a:defRPr/>
            </a:lvl4pPr>
            <a:lvl5pPr marL="1607287" lvl="4" indent="-277257" algn="l">
              <a:lnSpc>
                <a:spcPct val="100000"/>
              </a:lnSpc>
              <a:spcBef>
                <a:spcPts val="2953"/>
              </a:spcBef>
              <a:spcAft>
                <a:spcPts val="0"/>
              </a:spcAft>
              <a:buClr>
                <a:srgbClr val="000000"/>
              </a:buClr>
              <a:buSzPts val="2610"/>
              <a:buChar char="•"/>
              <a:defRPr/>
            </a:lvl5pPr>
            <a:lvl6pPr marL="1928744" lvl="5" indent="-277257" algn="l">
              <a:lnSpc>
                <a:spcPct val="100000"/>
              </a:lnSpc>
              <a:spcBef>
                <a:spcPts val="2953"/>
              </a:spcBef>
              <a:spcAft>
                <a:spcPts val="0"/>
              </a:spcAft>
              <a:buClr>
                <a:srgbClr val="000000"/>
              </a:buClr>
              <a:buSzPts val="2610"/>
              <a:buChar char="•"/>
              <a:defRPr/>
            </a:lvl6pPr>
            <a:lvl7pPr marL="2250201" lvl="6" indent="-277257" algn="l">
              <a:lnSpc>
                <a:spcPct val="100000"/>
              </a:lnSpc>
              <a:spcBef>
                <a:spcPts val="2953"/>
              </a:spcBef>
              <a:spcAft>
                <a:spcPts val="0"/>
              </a:spcAft>
              <a:buClr>
                <a:srgbClr val="000000"/>
              </a:buClr>
              <a:buSzPts val="2610"/>
              <a:buChar char="•"/>
              <a:defRPr/>
            </a:lvl7pPr>
            <a:lvl8pPr marL="2571659" lvl="7" indent="-277256" algn="l">
              <a:lnSpc>
                <a:spcPct val="100000"/>
              </a:lnSpc>
              <a:spcBef>
                <a:spcPts val="2953"/>
              </a:spcBef>
              <a:spcAft>
                <a:spcPts val="0"/>
              </a:spcAft>
              <a:buClr>
                <a:srgbClr val="000000"/>
              </a:buClr>
              <a:buSzPts val="2610"/>
              <a:buChar char="•"/>
              <a:defRPr/>
            </a:lvl8pPr>
            <a:lvl9pPr marL="2893116" lvl="8" indent="-277256" algn="l">
              <a:lnSpc>
                <a:spcPct val="100000"/>
              </a:lnSpc>
              <a:spcBef>
                <a:spcPts val="2953"/>
              </a:spcBef>
              <a:spcAft>
                <a:spcPts val="0"/>
              </a:spcAft>
              <a:buClr>
                <a:srgbClr val="000000"/>
              </a:buClr>
              <a:buSzPts val="2610"/>
              <a:buChar char="•"/>
              <a:defRPr/>
            </a:lvl9pPr>
          </a:lstStyle>
          <a:p>
            <a:endParaRPr/>
          </a:p>
        </p:txBody>
      </p:sp>
      <p:sp>
        <p:nvSpPr>
          <p:cNvPr id="16" name="Google Shape;16;p3"/>
          <p:cNvSpPr txBox="1">
            <a:spLocks noGrp="1"/>
          </p:cNvSpPr>
          <p:nvPr>
            <p:ph type="sldNum" idx="12"/>
          </p:nvPr>
        </p:nvSpPr>
        <p:spPr>
          <a:xfrm>
            <a:off x="5933329" y="6536531"/>
            <a:ext cx="318993" cy="228028"/>
          </a:xfrm>
          <a:prstGeom prst="rect">
            <a:avLst/>
          </a:prstGeom>
          <a:noFill/>
          <a:ln>
            <a:noFill/>
          </a:ln>
        </p:spPr>
        <p:txBody>
          <a:bodyPr spcFirstLastPara="1" wrap="square" lIns="50800" tIns="50800" rIns="50800" bIns="50800" anchor="t" anchorCtr="0">
            <a:noAutofit/>
          </a:bodyPr>
          <a:lstStyle>
            <a:lvl1pPr marL="0" lvl="0"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1pPr>
            <a:lvl2pPr marL="0" lvl="1"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2pPr>
            <a:lvl3pPr marL="0" lvl="2"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3pPr>
            <a:lvl4pPr marL="0" lvl="3"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4pPr>
            <a:lvl5pPr marL="0" lvl="4"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5pPr>
            <a:lvl6pPr marL="0" lvl="5"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6pPr>
            <a:lvl7pPr marL="0" lvl="6"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7pPr>
            <a:lvl8pPr marL="0" lvl="7"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8pPr>
            <a:lvl9pPr marL="0" lvl="8"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7527757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hoto - Horizontal">
  <p:cSld name="Photo - Horizontal">
    <p:spTree>
      <p:nvGrpSpPr>
        <p:cNvPr id="1" name="Shape 17"/>
        <p:cNvGrpSpPr/>
        <p:nvPr/>
      </p:nvGrpSpPr>
      <p:grpSpPr>
        <a:xfrm>
          <a:off x="0" y="0"/>
          <a:ext cx="0" cy="0"/>
          <a:chOff x="0" y="0"/>
          <a:chExt cx="0" cy="0"/>
        </a:xfrm>
      </p:grpSpPr>
      <p:sp>
        <p:nvSpPr>
          <p:cNvPr id="18" name="Google Shape;18;p4"/>
          <p:cNvSpPr>
            <a:spLocks noGrp="1"/>
          </p:cNvSpPr>
          <p:nvPr>
            <p:ph type="pic" idx="2"/>
          </p:nvPr>
        </p:nvSpPr>
        <p:spPr>
          <a:xfrm>
            <a:off x="1524000" y="473273"/>
            <a:ext cx="9144000" cy="415230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2953"/>
              </a:spcBef>
              <a:spcAft>
                <a:spcPts val="0"/>
              </a:spcAft>
              <a:buClr>
                <a:srgbClr val="000000"/>
              </a:buClr>
              <a:buSzPts val="4640"/>
              <a:buFont typeface="Helvetica Neue"/>
              <a:buChar char="•"/>
              <a:defRPr sz="2250" b="0" i="0" u="none" strike="noStrike" cap="none">
                <a:solidFill>
                  <a:srgbClr val="000000"/>
                </a:solidFill>
                <a:latin typeface="Helvetica Neue"/>
                <a:ea typeface="Helvetica Neue"/>
                <a:cs typeface="Helvetica Neue"/>
                <a:sym typeface="Helvetica Neue"/>
              </a:defRPr>
            </a:lvl1pPr>
            <a:lvl2pPr marR="0" lvl="1" algn="l" rtl="0">
              <a:lnSpc>
                <a:spcPct val="100000"/>
              </a:lnSpc>
              <a:spcBef>
                <a:spcPts val="2953"/>
              </a:spcBef>
              <a:spcAft>
                <a:spcPts val="0"/>
              </a:spcAft>
              <a:buClr>
                <a:srgbClr val="000000"/>
              </a:buClr>
              <a:buSzPts val="4640"/>
              <a:buFont typeface="Helvetica Neue"/>
              <a:buChar char="•"/>
              <a:defRPr sz="2250" b="0" i="0" u="none" strike="noStrike" cap="none">
                <a:solidFill>
                  <a:srgbClr val="000000"/>
                </a:solidFill>
                <a:latin typeface="Helvetica Neue"/>
                <a:ea typeface="Helvetica Neue"/>
                <a:cs typeface="Helvetica Neue"/>
                <a:sym typeface="Helvetica Neue"/>
              </a:defRPr>
            </a:lvl2pPr>
            <a:lvl3pPr marR="0" lvl="2" algn="l" rtl="0">
              <a:lnSpc>
                <a:spcPct val="100000"/>
              </a:lnSpc>
              <a:spcBef>
                <a:spcPts val="2953"/>
              </a:spcBef>
              <a:spcAft>
                <a:spcPts val="0"/>
              </a:spcAft>
              <a:buClr>
                <a:srgbClr val="000000"/>
              </a:buClr>
              <a:buSzPts val="4640"/>
              <a:buFont typeface="Helvetica Neue"/>
              <a:buChar char="•"/>
              <a:defRPr sz="2250" b="0" i="0" u="none" strike="noStrike" cap="none">
                <a:solidFill>
                  <a:srgbClr val="000000"/>
                </a:solidFill>
                <a:latin typeface="Helvetica Neue"/>
                <a:ea typeface="Helvetica Neue"/>
                <a:cs typeface="Helvetica Neue"/>
                <a:sym typeface="Helvetica Neue"/>
              </a:defRPr>
            </a:lvl3pPr>
            <a:lvl4pPr marR="0" lvl="3" algn="l" rtl="0">
              <a:lnSpc>
                <a:spcPct val="100000"/>
              </a:lnSpc>
              <a:spcBef>
                <a:spcPts val="2953"/>
              </a:spcBef>
              <a:spcAft>
                <a:spcPts val="0"/>
              </a:spcAft>
              <a:buClr>
                <a:srgbClr val="000000"/>
              </a:buClr>
              <a:buSzPts val="4640"/>
              <a:buFont typeface="Helvetica Neue"/>
              <a:buChar char="•"/>
              <a:defRPr sz="2250" b="0" i="0" u="none" strike="noStrike" cap="none">
                <a:solidFill>
                  <a:srgbClr val="000000"/>
                </a:solidFill>
                <a:latin typeface="Helvetica Neue"/>
                <a:ea typeface="Helvetica Neue"/>
                <a:cs typeface="Helvetica Neue"/>
                <a:sym typeface="Helvetica Neue"/>
              </a:defRPr>
            </a:lvl4pPr>
            <a:lvl5pPr marR="0" lvl="4" algn="l" rtl="0">
              <a:lnSpc>
                <a:spcPct val="100000"/>
              </a:lnSpc>
              <a:spcBef>
                <a:spcPts val="2953"/>
              </a:spcBef>
              <a:spcAft>
                <a:spcPts val="0"/>
              </a:spcAft>
              <a:buClr>
                <a:srgbClr val="000000"/>
              </a:buClr>
              <a:buSzPts val="4640"/>
              <a:buFont typeface="Helvetica Neue"/>
              <a:buChar char="•"/>
              <a:defRPr sz="2250" b="0" i="0" u="none" strike="noStrike" cap="none">
                <a:solidFill>
                  <a:srgbClr val="000000"/>
                </a:solidFill>
                <a:latin typeface="Helvetica Neue"/>
                <a:ea typeface="Helvetica Neue"/>
                <a:cs typeface="Helvetica Neue"/>
                <a:sym typeface="Helvetica Neue"/>
              </a:defRPr>
            </a:lvl5pPr>
            <a:lvl6pPr marR="0" lvl="5" algn="l" rtl="0">
              <a:lnSpc>
                <a:spcPct val="100000"/>
              </a:lnSpc>
              <a:spcBef>
                <a:spcPts val="2953"/>
              </a:spcBef>
              <a:spcAft>
                <a:spcPts val="0"/>
              </a:spcAft>
              <a:buClr>
                <a:srgbClr val="000000"/>
              </a:buClr>
              <a:buSzPts val="4640"/>
              <a:buFont typeface="Helvetica Neue"/>
              <a:buChar char="•"/>
              <a:defRPr sz="2250" b="0" i="0" u="none" strike="noStrike" cap="none">
                <a:solidFill>
                  <a:srgbClr val="000000"/>
                </a:solidFill>
                <a:latin typeface="Helvetica Neue"/>
                <a:ea typeface="Helvetica Neue"/>
                <a:cs typeface="Helvetica Neue"/>
                <a:sym typeface="Helvetica Neue"/>
              </a:defRPr>
            </a:lvl6pPr>
            <a:lvl7pPr marR="0" lvl="6" algn="l" rtl="0">
              <a:lnSpc>
                <a:spcPct val="100000"/>
              </a:lnSpc>
              <a:spcBef>
                <a:spcPts val="2953"/>
              </a:spcBef>
              <a:spcAft>
                <a:spcPts val="0"/>
              </a:spcAft>
              <a:buClr>
                <a:srgbClr val="000000"/>
              </a:buClr>
              <a:buSzPts val="4640"/>
              <a:buFont typeface="Helvetica Neue"/>
              <a:buChar char="•"/>
              <a:defRPr sz="2250" b="0" i="0" u="none" strike="noStrike" cap="none">
                <a:solidFill>
                  <a:srgbClr val="000000"/>
                </a:solidFill>
                <a:latin typeface="Helvetica Neue"/>
                <a:ea typeface="Helvetica Neue"/>
                <a:cs typeface="Helvetica Neue"/>
                <a:sym typeface="Helvetica Neue"/>
              </a:defRPr>
            </a:lvl7pPr>
            <a:lvl8pPr marR="0" lvl="7" algn="l" rtl="0">
              <a:lnSpc>
                <a:spcPct val="100000"/>
              </a:lnSpc>
              <a:spcBef>
                <a:spcPts val="2953"/>
              </a:spcBef>
              <a:spcAft>
                <a:spcPts val="0"/>
              </a:spcAft>
              <a:buClr>
                <a:srgbClr val="000000"/>
              </a:buClr>
              <a:buSzPts val="4640"/>
              <a:buFont typeface="Helvetica Neue"/>
              <a:buChar char="•"/>
              <a:defRPr sz="2250" b="0" i="0" u="none" strike="noStrike" cap="none">
                <a:solidFill>
                  <a:srgbClr val="000000"/>
                </a:solidFill>
                <a:latin typeface="Helvetica Neue"/>
                <a:ea typeface="Helvetica Neue"/>
                <a:cs typeface="Helvetica Neue"/>
                <a:sym typeface="Helvetica Neue"/>
              </a:defRPr>
            </a:lvl8pPr>
            <a:lvl9pPr marR="0" lvl="8" algn="l" rtl="0">
              <a:lnSpc>
                <a:spcPct val="100000"/>
              </a:lnSpc>
              <a:spcBef>
                <a:spcPts val="2953"/>
              </a:spcBef>
              <a:spcAft>
                <a:spcPts val="0"/>
              </a:spcAft>
              <a:buClr>
                <a:srgbClr val="000000"/>
              </a:buClr>
              <a:buSzPts val="4640"/>
              <a:buFont typeface="Helvetica Neue"/>
              <a:buChar char="•"/>
              <a:defRPr sz="2250" b="0" i="0" u="none" strike="noStrike" cap="none">
                <a:solidFill>
                  <a:srgbClr val="000000"/>
                </a:solidFill>
                <a:latin typeface="Helvetica Neue"/>
                <a:ea typeface="Helvetica Neue"/>
                <a:cs typeface="Helvetica Neue"/>
                <a:sym typeface="Helvetica Neue"/>
              </a:defRPr>
            </a:lvl9pPr>
          </a:lstStyle>
          <a:p>
            <a:endParaRPr/>
          </a:p>
        </p:txBody>
      </p:sp>
      <p:sp>
        <p:nvSpPr>
          <p:cNvPr id="19" name="Google Shape;19;p4"/>
          <p:cNvSpPr txBox="1">
            <a:spLocks noGrp="1"/>
          </p:cNvSpPr>
          <p:nvPr>
            <p:ph type="title"/>
          </p:nvPr>
        </p:nvSpPr>
        <p:spPr>
          <a:xfrm>
            <a:off x="1190625" y="4723805"/>
            <a:ext cx="9810750" cy="1000125"/>
          </a:xfrm>
          <a:prstGeom prst="rect">
            <a:avLst/>
          </a:prstGeom>
          <a:noFill/>
          <a:ln>
            <a:noFill/>
          </a:ln>
        </p:spPr>
        <p:txBody>
          <a:bodyPr spcFirstLastPara="1" wrap="square" lIns="50800" tIns="50800" rIns="50800" bIns="50800" anchor="b" anchorCtr="0">
            <a:no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0" name="Google Shape;20;p4"/>
          <p:cNvSpPr txBox="1">
            <a:spLocks noGrp="1"/>
          </p:cNvSpPr>
          <p:nvPr>
            <p:ph type="body" idx="1"/>
          </p:nvPr>
        </p:nvSpPr>
        <p:spPr>
          <a:xfrm>
            <a:off x="1190625" y="5732859"/>
            <a:ext cx="9810750" cy="794742"/>
          </a:xfrm>
          <a:prstGeom prst="rect">
            <a:avLst/>
          </a:prstGeom>
          <a:noFill/>
          <a:ln>
            <a:noFill/>
          </a:ln>
        </p:spPr>
        <p:txBody>
          <a:bodyPr spcFirstLastPara="1" wrap="square" lIns="50800" tIns="50800" rIns="50800" bIns="50800" anchor="t" anchorCtr="0">
            <a:noAutofit/>
          </a:bodyPr>
          <a:lstStyle>
            <a:lvl1pPr marL="321457" lvl="0" indent="-160729" algn="ctr">
              <a:lnSpc>
                <a:spcPct val="100000"/>
              </a:lnSpc>
              <a:spcBef>
                <a:spcPts val="0"/>
              </a:spcBef>
              <a:spcAft>
                <a:spcPts val="0"/>
              </a:spcAft>
              <a:buClr>
                <a:srgbClr val="000000"/>
              </a:buClr>
              <a:buSzPts val="3700"/>
              <a:buFont typeface="Helvetica Neue"/>
              <a:buNone/>
              <a:defRPr sz="2601"/>
            </a:lvl1pPr>
            <a:lvl2pPr marL="642915" lvl="1" indent="-160729" algn="ctr">
              <a:lnSpc>
                <a:spcPct val="100000"/>
              </a:lnSpc>
              <a:spcBef>
                <a:spcPts val="0"/>
              </a:spcBef>
              <a:spcAft>
                <a:spcPts val="0"/>
              </a:spcAft>
              <a:buClr>
                <a:srgbClr val="000000"/>
              </a:buClr>
              <a:buSzPts val="3700"/>
              <a:buFont typeface="Helvetica Neue"/>
              <a:buNone/>
              <a:defRPr sz="2601"/>
            </a:lvl2pPr>
            <a:lvl3pPr marL="964372" lvl="2" indent="-160729" algn="ctr">
              <a:lnSpc>
                <a:spcPct val="100000"/>
              </a:lnSpc>
              <a:spcBef>
                <a:spcPts val="0"/>
              </a:spcBef>
              <a:spcAft>
                <a:spcPts val="0"/>
              </a:spcAft>
              <a:buClr>
                <a:srgbClr val="000000"/>
              </a:buClr>
              <a:buSzPts val="3700"/>
              <a:buFont typeface="Helvetica Neue"/>
              <a:buNone/>
              <a:defRPr sz="2601"/>
            </a:lvl3pPr>
            <a:lvl4pPr marL="1285829" lvl="3" indent="-160729" algn="ctr">
              <a:lnSpc>
                <a:spcPct val="100000"/>
              </a:lnSpc>
              <a:spcBef>
                <a:spcPts val="0"/>
              </a:spcBef>
              <a:spcAft>
                <a:spcPts val="0"/>
              </a:spcAft>
              <a:buClr>
                <a:srgbClr val="000000"/>
              </a:buClr>
              <a:buSzPts val="3700"/>
              <a:buFont typeface="Helvetica Neue"/>
              <a:buNone/>
              <a:defRPr sz="2601"/>
            </a:lvl4pPr>
            <a:lvl5pPr marL="1607287" lvl="4" indent="-160729" algn="ctr">
              <a:lnSpc>
                <a:spcPct val="100000"/>
              </a:lnSpc>
              <a:spcBef>
                <a:spcPts val="0"/>
              </a:spcBef>
              <a:spcAft>
                <a:spcPts val="0"/>
              </a:spcAft>
              <a:buClr>
                <a:srgbClr val="000000"/>
              </a:buClr>
              <a:buSzPts val="3700"/>
              <a:buFont typeface="Helvetica Neue"/>
              <a:buNone/>
              <a:defRPr sz="2601"/>
            </a:lvl5pPr>
            <a:lvl6pPr marL="1928744" lvl="5" indent="-277257" algn="l">
              <a:lnSpc>
                <a:spcPct val="100000"/>
              </a:lnSpc>
              <a:spcBef>
                <a:spcPts val="2953"/>
              </a:spcBef>
              <a:spcAft>
                <a:spcPts val="0"/>
              </a:spcAft>
              <a:buClr>
                <a:srgbClr val="000000"/>
              </a:buClr>
              <a:buSzPts val="2610"/>
              <a:buChar char="•"/>
              <a:defRPr/>
            </a:lvl6pPr>
            <a:lvl7pPr marL="2250201" lvl="6" indent="-277257" algn="l">
              <a:lnSpc>
                <a:spcPct val="100000"/>
              </a:lnSpc>
              <a:spcBef>
                <a:spcPts val="2953"/>
              </a:spcBef>
              <a:spcAft>
                <a:spcPts val="0"/>
              </a:spcAft>
              <a:buClr>
                <a:srgbClr val="000000"/>
              </a:buClr>
              <a:buSzPts val="2610"/>
              <a:buChar char="•"/>
              <a:defRPr/>
            </a:lvl7pPr>
            <a:lvl8pPr marL="2571659" lvl="7" indent="-277256" algn="l">
              <a:lnSpc>
                <a:spcPct val="100000"/>
              </a:lnSpc>
              <a:spcBef>
                <a:spcPts val="2953"/>
              </a:spcBef>
              <a:spcAft>
                <a:spcPts val="0"/>
              </a:spcAft>
              <a:buClr>
                <a:srgbClr val="000000"/>
              </a:buClr>
              <a:buSzPts val="2610"/>
              <a:buChar char="•"/>
              <a:defRPr/>
            </a:lvl8pPr>
            <a:lvl9pPr marL="2893116" lvl="8" indent="-277256" algn="l">
              <a:lnSpc>
                <a:spcPct val="100000"/>
              </a:lnSpc>
              <a:spcBef>
                <a:spcPts val="2953"/>
              </a:spcBef>
              <a:spcAft>
                <a:spcPts val="0"/>
              </a:spcAft>
              <a:buClr>
                <a:srgbClr val="000000"/>
              </a:buClr>
              <a:buSzPts val="2610"/>
              <a:buChar char="•"/>
              <a:defRPr/>
            </a:lvl9pPr>
          </a:lstStyle>
          <a:p>
            <a:endParaRPr/>
          </a:p>
        </p:txBody>
      </p:sp>
      <p:sp>
        <p:nvSpPr>
          <p:cNvPr id="21" name="Google Shape;21;p4"/>
          <p:cNvSpPr txBox="1">
            <a:spLocks noGrp="1"/>
          </p:cNvSpPr>
          <p:nvPr>
            <p:ph type="sldNum" idx="12"/>
          </p:nvPr>
        </p:nvSpPr>
        <p:spPr>
          <a:xfrm>
            <a:off x="5933329" y="6536531"/>
            <a:ext cx="318993" cy="228028"/>
          </a:xfrm>
          <a:prstGeom prst="rect">
            <a:avLst/>
          </a:prstGeom>
          <a:noFill/>
          <a:ln>
            <a:noFill/>
          </a:ln>
        </p:spPr>
        <p:txBody>
          <a:bodyPr spcFirstLastPara="1" wrap="square" lIns="50800" tIns="50800" rIns="50800" bIns="50800" anchor="t" anchorCtr="0">
            <a:noAutofit/>
          </a:bodyPr>
          <a:lstStyle>
            <a:lvl1pPr marL="0" lvl="0"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1pPr>
            <a:lvl2pPr marL="0" lvl="1"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2pPr>
            <a:lvl3pPr marL="0" lvl="2"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3pPr>
            <a:lvl4pPr marL="0" lvl="3"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4pPr>
            <a:lvl5pPr marL="0" lvl="4"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5pPr>
            <a:lvl6pPr marL="0" lvl="5"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6pPr>
            <a:lvl7pPr marL="0" lvl="6"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7pPr>
            <a:lvl8pPr marL="0" lvl="7"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8pPr>
            <a:lvl9pPr marL="0" lvl="8"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8229788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_AND_TWO_COLUMNS" type="twoColTx">
  <p:cSld name="TITLE_AND_TWO_COLUMNS">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415600" y="1150100"/>
            <a:ext cx="11360800" cy="801001"/>
          </a:xfrm>
          <a:prstGeom prst="rect">
            <a:avLst/>
          </a:prstGeom>
          <a:noFill/>
          <a:ln>
            <a:noFill/>
          </a:ln>
        </p:spPr>
        <p:txBody>
          <a:bodyPr spcFirstLastPara="1" wrap="square" lIns="130025" tIns="130025" rIns="130025" bIns="130025" anchor="t" anchorCtr="0">
            <a:noAutofit/>
          </a:bodyPr>
          <a:lstStyle>
            <a:lvl1pPr lvl="0" algn="l">
              <a:lnSpc>
                <a:spcPct val="100000"/>
              </a:lnSpc>
              <a:spcBef>
                <a:spcPts val="0"/>
              </a:spcBef>
              <a:spcAft>
                <a:spcPts val="0"/>
              </a:spcAft>
              <a:buClr>
                <a:srgbClr val="212121"/>
              </a:buClr>
              <a:buSzPts val="7800"/>
              <a:buFont typeface="Amatic SC"/>
              <a:buNone/>
              <a:defRPr sz="5484" b="1">
                <a:solidFill>
                  <a:srgbClr val="212121"/>
                </a:solidFill>
                <a:latin typeface="Amatic SC"/>
                <a:ea typeface="Amatic SC"/>
                <a:cs typeface="Amatic SC"/>
                <a:sym typeface="Amatic SC"/>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4" name="Google Shape;24;p5"/>
          <p:cNvSpPr txBox="1">
            <a:spLocks noGrp="1"/>
          </p:cNvSpPr>
          <p:nvPr>
            <p:ph type="body" idx="1"/>
          </p:nvPr>
        </p:nvSpPr>
        <p:spPr>
          <a:xfrm>
            <a:off x="415600" y="2085924"/>
            <a:ext cx="5333201" cy="3340201"/>
          </a:xfrm>
          <a:prstGeom prst="rect">
            <a:avLst/>
          </a:prstGeom>
          <a:noFill/>
          <a:ln>
            <a:noFill/>
          </a:ln>
        </p:spPr>
        <p:txBody>
          <a:bodyPr spcFirstLastPara="1" wrap="square" lIns="130025" tIns="130025" rIns="130025" bIns="130025" anchor="t" anchorCtr="0">
            <a:noAutofit/>
          </a:bodyPr>
          <a:lstStyle>
            <a:lvl1pPr marL="321457" lvl="0" indent="-276810" algn="l">
              <a:lnSpc>
                <a:spcPct val="115000"/>
              </a:lnSpc>
              <a:spcBef>
                <a:spcPts val="0"/>
              </a:spcBef>
              <a:spcAft>
                <a:spcPts val="0"/>
              </a:spcAft>
              <a:buClr>
                <a:srgbClr val="666666"/>
              </a:buClr>
              <a:buSzPts val="2600"/>
              <a:buFont typeface="Helvetica Neue"/>
              <a:buChar char="●"/>
              <a:defRPr sz="1828">
                <a:solidFill>
                  <a:srgbClr val="666666"/>
                </a:solidFill>
                <a:latin typeface="Source Code Pro"/>
                <a:ea typeface="Source Code Pro"/>
                <a:cs typeface="Source Code Pro"/>
                <a:sym typeface="Source Code Pro"/>
              </a:defRPr>
            </a:lvl1pPr>
            <a:lvl2pPr marL="642915" lvl="1" indent="-276810" algn="l">
              <a:lnSpc>
                <a:spcPct val="115000"/>
              </a:lnSpc>
              <a:spcBef>
                <a:spcPts val="0"/>
              </a:spcBef>
              <a:spcAft>
                <a:spcPts val="0"/>
              </a:spcAft>
              <a:buClr>
                <a:srgbClr val="666666"/>
              </a:buClr>
              <a:buSzPts val="2600"/>
              <a:buFont typeface="Helvetica Neue"/>
              <a:buChar char="○"/>
              <a:defRPr sz="1828">
                <a:solidFill>
                  <a:srgbClr val="666666"/>
                </a:solidFill>
                <a:latin typeface="Source Code Pro"/>
                <a:ea typeface="Source Code Pro"/>
                <a:cs typeface="Source Code Pro"/>
                <a:sym typeface="Source Code Pro"/>
              </a:defRPr>
            </a:lvl2pPr>
            <a:lvl3pPr marL="964372" lvl="2" indent="-276810" algn="l">
              <a:lnSpc>
                <a:spcPct val="115000"/>
              </a:lnSpc>
              <a:spcBef>
                <a:spcPts val="0"/>
              </a:spcBef>
              <a:spcAft>
                <a:spcPts val="0"/>
              </a:spcAft>
              <a:buClr>
                <a:srgbClr val="666666"/>
              </a:buClr>
              <a:buSzPts val="2600"/>
              <a:buFont typeface="Helvetica Neue"/>
              <a:buChar char="■"/>
              <a:defRPr sz="1828">
                <a:solidFill>
                  <a:srgbClr val="666666"/>
                </a:solidFill>
                <a:latin typeface="Source Code Pro"/>
                <a:ea typeface="Source Code Pro"/>
                <a:cs typeface="Source Code Pro"/>
                <a:sym typeface="Source Code Pro"/>
              </a:defRPr>
            </a:lvl3pPr>
            <a:lvl4pPr marL="1285829" lvl="3" indent="-276810" algn="l">
              <a:lnSpc>
                <a:spcPct val="115000"/>
              </a:lnSpc>
              <a:spcBef>
                <a:spcPts val="0"/>
              </a:spcBef>
              <a:spcAft>
                <a:spcPts val="0"/>
              </a:spcAft>
              <a:buClr>
                <a:srgbClr val="666666"/>
              </a:buClr>
              <a:buSzPts val="2600"/>
              <a:buFont typeface="Helvetica Neue"/>
              <a:buChar char="●"/>
              <a:defRPr sz="1828">
                <a:solidFill>
                  <a:srgbClr val="666666"/>
                </a:solidFill>
                <a:latin typeface="Source Code Pro"/>
                <a:ea typeface="Source Code Pro"/>
                <a:cs typeface="Source Code Pro"/>
                <a:sym typeface="Source Code Pro"/>
              </a:defRPr>
            </a:lvl4pPr>
            <a:lvl5pPr marL="1607287" lvl="4" indent="-276810" algn="l">
              <a:lnSpc>
                <a:spcPct val="115000"/>
              </a:lnSpc>
              <a:spcBef>
                <a:spcPts val="0"/>
              </a:spcBef>
              <a:spcAft>
                <a:spcPts val="0"/>
              </a:spcAft>
              <a:buClr>
                <a:srgbClr val="666666"/>
              </a:buClr>
              <a:buSzPts val="2600"/>
              <a:buFont typeface="Helvetica Neue"/>
              <a:buChar char="○"/>
              <a:defRPr sz="1828">
                <a:solidFill>
                  <a:srgbClr val="666666"/>
                </a:solidFill>
                <a:latin typeface="Source Code Pro"/>
                <a:ea typeface="Source Code Pro"/>
                <a:cs typeface="Source Code Pro"/>
                <a:sym typeface="Source Code Pro"/>
              </a:defRPr>
            </a:lvl5pPr>
            <a:lvl6pPr marL="1928744" lvl="5" indent="-277257" algn="l">
              <a:lnSpc>
                <a:spcPct val="100000"/>
              </a:lnSpc>
              <a:spcBef>
                <a:spcPts val="2953"/>
              </a:spcBef>
              <a:spcAft>
                <a:spcPts val="0"/>
              </a:spcAft>
              <a:buClr>
                <a:srgbClr val="000000"/>
              </a:buClr>
              <a:buSzPts val="2610"/>
              <a:buChar char="•"/>
              <a:defRPr/>
            </a:lvl6pPr>
            <a:lvl7pPr marL="2250201" lvl="6" indent="-277257" algn="l">
              <a:lnSpc>
                <a:spcPct val="100000"/>
              </a:lnSpc>
              <a:spcBef>
                <a:spcPts val="2953"/>
              </a:spcBef>
              <a:spcAft>
                <a:spcPts val="0"/>
              </a:spcAft>
              <a:buClr>
                <a:srgbClr val="000000"/>
              </a:buClr>
              <a:buSzPts val="2610"/>
              <a:buChar char="•"/>
              <a:defRPr/>
            </a:lvl7pPr>
            <a:lvl8pPr marL="2571659" lvl="7" indent="-277256" algn="l">
              <a:lnSpc>
                <a:spcPct val="100000"/>
              </a:lnSpc>
              <a:spcBef>
                <a:spcPts val="2953"/>
              </a:spcBef>
              <a:spcAft>
                <a:spcPts val="0"/>
              </a:spcAft>
              <a:buClr>
                <a:srgbClr val="000000"/>
              </a:buClr>
              <a:buSzPts val="2610"/>
              <a:buChar char="•"/>
              <a:defRPr/>
            </a:lvl8pPr>
            <a:lvl9pPr marL="2893116" lvl="8" indent="-277256" algn="l">
              <a:lnSpc>
                <a:spcPct val="100000"/>
              </a:lnSpc>
              <a:spcBef>
                <a:spcPts val="2953"/>
              </a:spcBef>
              <a:spcAft>
                <a:spcPts val="0"/>
              </a:spcAft>
              <a:buClr>
                <a:srgbClr val="000000"/>
              </a:buClr>
              <a:buSzPts val="2610"/>
              <a:buChar char="•"/>
              <a:defRPr/>
            </a:lvl9pPr>
          </a:lstStyle>
          <a:p>
            <a:endParaRPr/>
          </a:p>
        </p:txBody>
      </p:sp>
      <p:sp>
        <p:nvSpPr>
          <p:cNvPr id="25" name="Google Shape;25;p5"/>
          <p:cNvSpPr txBox="1">
            <a:spLocks noGrp="1"/>
          </p:cNvSpPr>
          <p:nvPr>
            <p:ph type="body" idx="2"/>
          </p:nvPr>
        </p:nvSpPr>
        <p:spPr>
          <a:xfrm>
            <a:off x="6443200" y="2085924"/>
            <a:ext cx="5333201" cy="3340201"/>
          </a:xfrm>
          <a:prstGeom prst="rect">
            <a:avLst/>
          </a:prstGeom>
          <a:noFill/>
          <a:ln>
            <a:noFill/>
          </a:ln>
        </p:spPr>
        <p:txBody>
          <a:bodyPr spcFirstLastPara="1" wrap="square" lIns="130025" tIns="130025" rIns="130025" bIns="130025" anchor="t" anchorCtr="0">
            <a:noAutofit/>
          </a:bodyPr>
          <a:lstStyle>
            <a:lvl1pPr marL="321457" lvl="0" indent="-277257" algn="l">
              <a:lnSpc>
                <a:spcPct val="100000"/>
              </a:lnSpc>
              <a:spcBef>
                <a:spcPts val="2953"/>
              </a:spcBef>
              <a:spcAft>
                <a:spcPts val="0"/>
              </a:spcAft>
              <a:buClr>
                <a:srgbClr val="000000"/>
              </a:buClr>
              <a:buSzPts val="2610"/>
              <a:buChar char="•"/>
              <a:defRPr/>
            </a:lvl1pPr>
            <a:lvl2pPr marL="642915" lvl="1" indent="-277257" algn="l">
              <a:lnSpc>
                <a:spcPct val="100000"/>
              </a:lnSpc>
              <a:spcBef>
                <a:spcPts val="2953"/>
              </a:spcBef>
              <a:spcAft>
                <a:spcPts val="0"/>
              </a:spcAft>
              <a:buClr>
                <a:srgbClr val="000000"/>
              </a:buClr>
              <a:buSzPts val="2610"/>
              <a:buChar char="•"/>
              <a:defRPr/>
            </a:lvl2pPr>
            <a:lvl3pPr marL="964372" lvl="2" indent="-277257" algn="l">
              <a:lnSpc>
                <a:spcPct val="100000"/>
              </a:lnSpc>
              <a:spcBef>
                <a:spcPts val="2953"/>
              </a:spcBef>
              <a:spcAft>
                <a:spcPts val="0"/>
              </a:spcAft>
              <a:buClr>
                <a:srgbClr val="000000"/>
              </a:buClr>
              <a:buSzPts val="2610"/>
              <a:buChar char="•"/>
              <a:defRPr/>
            </a:lvl3pPr>
            <a:lvl4pPr marL="1285829" lvl="3" indent="-277257" algn="l">
              <a:lnSpc>
                <a:spcPct val="100000"/>
              </a:lnSpc>
              <a:spcBef>
                <a:spcPts val="2953"/>
              </a:spcBef>
              <a:spcAft>
                <a:spcPts val="0"/>
              </a:spcAft>
              <a:buClr>
                <a:srgbClr val="000000"/>
              </a:buClr>
              <a:buSzPts val="2610"/>
              <a:buChar char="•"/>
              <a:defRPr/>
            </a:lvl4pPr>
            <a:lvl5pPr marL="1607287" lvl="4" indent="-277257" algn="l">
              <a:lnSpc>
                <a:spcPct val="100000"/>
              </a:lnSpc>
              <a:spcBef>
                <a:spcPts val="2953"/>
              </a:spcBef>
              <a:spcAft>
                <a:spcPts val="0"/>
              </a:spcAft>
              <a:buClr>
                <a:srgbClr val="000000"/>
              </a:buClr>
              <a:buSzPts val="2610"/>
              <a:buChar char="•"/>
              <a:defRPr/>
            </a:lvl5pPr>
            <a:lvl6pPr marL="1928744" lvl="5" indent="-277257" algn="l">
              <a:lnSpc>
                <a:spcPct val="100000"/>
              </a:lnSpc>
              <a:spcBef>
                <a:spcPts val="2953"/>
              </a:spcBef>
              <a:spcAft>
                <a:spcPts val="0"/>
              </a:spcAft>
              <a:buClr>
                <a:srgbClr val="000000"/>
              </a:buClr>
              <a:buSzPts val="2610"/>
              <a:buChar char="•"/>
              <a:defRPr/>
            </a:lvl6pPr>
            <a:lvl7pPr marL="2250201" lvl="6" indent="-277257" algn="l">
              <a:lnSpc>
                <a:spcPct val="100000"/>
              </a:lnSpc>
              <a:spcBef>
                <a:spcPts val="2953"/>
              </a:spcBef>
              <a:spcAft>
                <a:spcPts val="0"/>
              </a:spcAft>
              <a:buClr>
                <a:srgbClr val="000000"/>
              </a:buClr>
              <a:buSzPts val="2610"/>
              <a:buChar char="•"/>
              <a:defRPr/>
            </a:lvl7pPr>
            <a:lvl8pPr marL="2571659" lvl="7" indent="-277256" algn="l">
              <a:lnSpc>
                <a:spcPct val="100000"/>
              </a:lnSpc>
              <a:spcBef>
                <a:spcPts val="2953"/>
              </a:spcBef>
              <a:spcAft>
                <a:spcPts val="0"/>
              </a:spcAft>
              <a:buClr>
                <a:srgbClr val="000000"/>
              </a:buClr>
              <a:buSzPts val="2610"/>
              <a:buChar char="•"/>
              <a:defRPr/>
            </a:lvl8pPr>
            <a:lvl9pPr marL="2893116" lvl="8" indent="-277256" algn="l">
              <a:lnSpc>
                <a:spcPct val="100000"/>
              </a:lnSpc>
              <a:spcBef>
                <a:spcPts val="2953"/>
              </a:spcBef>
              <a:spcAft>
                <a:spcPts val="0"/>
              </a:spcAft>
              <a:buClr>
                <a:srgbClr val="000000"/>
              </a:buClr>
              <a:buSzPts val="2610"/>
              <a:buChar char="•"/>
              <a:defRPr/>
            </a:lvl9pPr>
          </a:lstStyle>
          <a:p>
            <a:endParaRPr/>
          </a:p>
        </p:txBody>
      </p:sp>
      <p:sp>
        <p:nvSpPr>
          <p:cNvPr id="26" name="Google Shape;26;p5"/>
          <p:cNvSpPr txBox="1">
            <a:spLocks noGrp="1"/>
          </p:cNvSpPr>
          <p:nvPr>
            <p:ph type="sldNum" idx="12"/>
          </p:nvPr>
        </p:nvSpPr>
        <p:spPr>
          <a:xfrm>
            <a:off x="11534124" y="5527615"/>
            <a:ext cx="494088" cy="379304"/>
          </a:xfrm>
          <a:prstGeom prst="rect">
            <a:avLst/>
          </a:prstGeom>
          <a:noFill/>
          <a:ln>
            <a:noFill/>
          </a:ln>
        </p:spPr>
        <p:txBody>
          <a:bodyPr spcFirstLastPara="1" wrap="square" lIns="130025" tIns="130025" rIns="130025" bIns="130025" anchor="ctr" anchorCtr="0">
            <a:noAutofit/>
          </a:bodyPr>
          <a:lstStyle>
            <a:lvl1pPr marL="0" lvl="0"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1pPr>
            <a:lvl2pPr marL="0" lvl="1"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2pPr>
            <a:lvl3pPr marL="0" lvl="2"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3pPr>
            <a:lvl4pPr marL="0" lvl="3"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4pPr>
            <a:lvl5pPr marL="0" lvl="4"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5pPr>
            <a:lvl6pPr marL="0" lvl="5"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6pPr>
            <a:lvl7pPr marL="0" lvl="6"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7pPr>
            <a:lvl8pPr marL="0" lvl="7"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8pPr>
            <a:lvl9pPr marL="0" lvl="8"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40307467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_AND_BODY">
  <p:cSld name="TITLE_AND_BODY">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415600" y="1150100"/>
            <a:ext cx="11360800" cy="801001"/>
          </a:xfrm>
          <a:prstGeom prst="rect">
            <a:avLst/>
          </a:prstGeom>
          <a:noFill/>
          <a:ln>
            <a:noFill/>
          </a:ln>
        </p:spPr>
        <p:txBody>
          <a:bodyPr spcFirstLastPara="1" wrap="square" lIns="130025" tIns="130025" rIns="130025" bIns="130025" anchor="t" anchorCtr="0">
            <a:noAutofit/>
          </a:bodyPr>
          <a:lstStyle>
            <a:lvl1pPr lvl="0" algn="l">
              <a:lnSpc>
                <a:spcPct val="100000"/>
              </a:lnSpc>
              <a:spcBef>
                <a:spcPts val="0"/>
              </a:spcBef>
              <a:spcAft>
                <a:spcPts val="0"/>
              </a:spcAft>
              <a:buClr>
                <a:srgbClr val="212121"/>
              </a:buClr>
              <a:buSzPts val="7800"/>
              <a:buFont typeface="Amatic SC"/>
              <a:buNone/>
              <a:defRPr sz="5484" b="1">
                <a:solidFill>
                  <a:srgbClr val="212121"/>
                </a:solidFill>
                <a:latin typeface="Amatic SC"/>
                <a:ea typeface="Amatic SC"/>
                <a:cs typeface="Amatic SC"/>
                <a:sym typeface="Amatic SC"/>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9" name="Google Shape;29;p6"/>
          <p:cNvSpPr txBox="1">
            <a:spLocks noGrp="1"/>
          </p:cNvSpPr>
          <p:nvPr>
            <p:ph type="body" idx="1"/>
          </p:nvPr>
        </p:nvSpPr>
        <p:spPr>
          <a:xfrm>
            <a:off x="415600" y="2085924"/>
            <a:ext cx="11360800" cy="3340201"/>
          </a:xfrm>
          <a:prstGeom prst="rect">
            <a:avLst/>
          </a:prstGeom>
          <a:noFill/>
          <a:ln>
            <a:noFill/>
          </a:ln>
        </p:spPr>
        <p:txBody>
          <a:bodyPr spcFirstLastPara="1" wrap="square" lIns="130025" tIns="130025" rIns="130025" bIns="130025" anchor="t" anchorCtr="0">
            <a:noAutofit/>
          </a:bodyPr>
          <a:lstStyle>
            <a:lvl1pPr marL="321457" lvl="0" indent="-312528" algn="l">
              <a:lnSpc>
                <a:spcPct val="115000"/>
              </a:lnSpc>
              <a:spcBef>
                <a:spcPts val="0"/>
              </a:spcBef>
              <a:spcAft>
                <a:spcPts val="0"/>
              </a:spcAft>
              <a:buClr>
                <a:srgbClr val="666666"/>
              </a:buClr>
              <a:buSzPts val="3400"/>
              <a:buFont typeface="Helvetica Neue"/>
              <a:buChar char="●"/>
              <a:defRPr sz="2391">
                <a:solidFill>
                  <a:srgbClr val="666666"/>
                </a:solidFill>
                <a:latin typeface="Source Code Pro"/>
                <a:ea typeface="Source Code Pro"/>
                <a:cs typeface="Source Code Pro"/>
                <a:sym typeface="Source Code Pro"/>
              </a:defRPr>
            </a:lvl1pPr>
            <a:lvl2pPr marL="642915" lvl="1" indent="-312528" algn="l">
              <a:lnSpc>
                <a:spcPct val="115000"/>
              </a:lnSpc>
              <a:spcBef>
                <a:spcPts val="0"/>
              </a:spcBef>
              <a:spcAft>
                <a:spcPts val="0"/>
              </a:spcAft>
              <a:buClr>
                <a:srgbClr val="666666"/>
              </a:buClr>
              <a:buSzPts val="3400"/>
              <a:buFont typeface="Helvetica Neue"/>
              <a:buChar char="○"/>
              <a:defRPr sz="2391">
                <a:solidFill>
                  <a:srgbClr val="666666"/>
                </a:solidFill>
                <a:latin typeface="Source Code Pro"/>
                <a:ea typeface="Source Code Pro"/>
                <a:cs typeface="Source Code Pro"/>
                <a:sym typeface="Source Code Pro"/>
              </a:defRPr>
            </a:lvl2pPr>
            <a:lvl3pPr marL="964372" lvl="2" indent="-312528" algn="l">
              <a:lnSpc>
                <a:spcPct val="115000"/>
              </a:lnSpc>
              <a:spcBef>
                <a:spcPts val="0"/>
              </a:spcBef>
              <a:spcAft>
                <a:spcPts val="0"/>
              </a:spcAft>
              <a:buClr>
                <a:srgbClr val="666666"/>
              </a:buClr>
              <a:buSzPts val="3400"/>
              <a:buFont typeface="Helvetica Neue"/>
              <a:buChar char="■"/>
              <a:defRPr sz="2391">
                <a:solidFill>
                  <a:srgbClr val="666666"/>
                </a:solidFill>
                <a:latin typeface="Source Code Pro"/>
                <a:ea typeface="Source Code Pro"/>
                <a:cs typeface="Source Code Pro"/>
                <a:sym typeface="Source Code Pro"/>
              </a:defRPr>
            </a:lvl3pPr>
            <a:lvl4pPr marL="1285829" lvl="3" indent="-312528" algn="l">
              <a:lnSpc>
                <a:spcPct val="115000"/>
              </a:lnSpc>
              <a:spcBef>
                <a:spcPts val="0"/>
              </a:spcBef>
              <a:spcAft>
                <a:spcPts val="0"/>
              </a:spcAft>
              <a:buClr>
                <a:srgbClr val="666666"/>
              </a:buClr>
              <a:buSzPts val="3400"/>
              <a:buFont typeface="Helvetica Neue"/>
              <a:buChar char="●"/>
              <a:defRPr sz="2391">
                <a:solidFill>
                  <a:srgbClr val="666666"/>
                </a:solidFill>
                <a:latin typeface="Source Code Pro"/>
                <a:ea typeface="Source Code Pro"/>
                <a:cs typeface="Source Code Pro"/>
                <a:sym typeface="Source Code Pro"/>
              </a:defRPr>
            </a:lvl4pPr>
            <a:lvl5pPr marL="1607287" lvl="4" indent="-312528" algn="l">
              <a:lnSpc>
                <a:spcPct val="115000"/>
              </a:lnSpc>
              <a:spcBef>
                <a:spcPts val="0"/>
              </a:spcBef>
              <a:spcAft>
                <a:spcPts val="0"/>
              </a:spcAft>
              <a:buClr>
                <a:srgbClr val="666666"/>
              </a:buClr>
              <a:buSzPts val="3400"/>
              <a:buFont typeface="Helvetica Neue"/>
              <a:buChar char="○"/>
              <a:defRPr sz="2391">
                <a:solidFill>
                  <a:srgbClr val="666666"/>
                </a:solidFill>
                <a:latin typeface="Source Code Pro"/>
                <a:ea typeface="Source Code Pro"/>
                <a:cs typeface="Source Code Pro"/>
                <a:sym typeface="Source Code Pro"/>
              </a:defRPr>
            </a:lvl5pPr>
            <a:lvl6pPr marL="1928744" lvl="5" indent="-277257" algn="l">
              <a:lnSpc>
                <a:spcPct val="100000"/>
              </a:lnSpc>
              <a:spcBef>
                <a:spcPts val="2953"/>
              </a:spcBef>
              <a:spcAft>
                <a:spcPts val="0"/>
              </a:spcAft>
              <a:buClr>
                <a:srgbClr val="000000"/>
              </a:buClr>
              <a:buSzPts val="2610"/>
              <a:buChar char="•"/>
              <a:defRPr/>
            </a:lvl6pPr>
            <a:lvl7pPr marL="2250201" lvl="6" indent="-277257" algn="l">
              <a:lnSpc>
                <a:spcPct val="100000"/>
              </a:lnSpc>
              <a:spcBef>
                <a:spcPts val="2953"/>
              </a:spcBef>
              <a:spcAft>
                <a:spcPts val="0"/>
              </a:spcAft>
              <a:buClr>
                <a:srgbClr val="000000"/>
              </a:buClr>
              <a:buSzPts val="2610"/>
              <a:buChar char="•"/>
              <a:defRPr/>
            </a:lvl7pPr>
            <a:lvl8pPr marL="2571659" lvl="7" indent="-277256" algn="l">
              <a:lnSpc>
                <a:spcPct val="100000"/>
              </a:lnSpc>
              <a:spcBef>
                <a:spcPts val="2953"/>
              </a:spcBef>
              <a:spcAft>
                <a:spcPts val="0"/>
              </a:spcAft>
              <a:buClr>
                <a:srgbClr val="000000"/>
              </a:buClr>
              <a:buSzPts val="2610"/>
              <a:buChar char="•"/>
              <a:defRPr/>
            </a:lvl8pPr>
            <a:lvl9pPr marL="2893116" lvl="8" indent="-277256" algn="l">
              <a:lnSpc>
                <a:spcPct val="100000"/>
              </a:lnSpc>
              <a:spcBef>
                <a:spcPts val="2953"/>
              </a:spcBef>
              <a:spcAft>
                <a:spcPts val="0"/>
              </a:spcAft>
              <a:buClr>
                <a:srgbClr val="000000"/>
              </a:buClr>
              <a:buSzPts val="2610"/>
              <a:buChar char="•"/>
              <a:defRPr/>
            </a:lvl9pPr>
          </a:lstStyle>
          <a:p>
            <a:endParaRPr/>
          </a:p>
        </p:txBody>
      </p:sp>
      <p:sp>
        <p:nvSpPr>
          <p:cNvPr id="30" name="Google Shape;30;p6"/>
          <p:cNvSpPr txBox="1">
            <a:spLocks noGrp="1"/>
          </p:cNvSpPr>
          <p:nvPr>
            <p:ph type="sldNum" idx="12"/>
          </p:nvPr>
        </p:nvSpPr>
        <p:spPr>
          <a:xfrm>
            <a:off x="11534124" y="5527615"/>
            <a:ext cx="494088" cy="379304"/>
          </a:xfrm>
          <a:prstGeom prst="rect">
            <a:avLst/>
          </a:prstGeom>
          <a:noFill/>
          <a:ln>
            <a:noFill/>
          </a:ln>
        </p:spPr>
        <p:txBody>
          <a:bodyPr spcFirstLastPara="1" wrap="square" lIns="130025" tIns="130025" rIns="130025" bIns="130025" anchor="ctr" anchorCtr="0">
            <a:noAutofit/>
          </a:bodyPr>
          <a:lstStyle>
            <a:lvl1pPr marL="0" lvl="0"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1pPr>
            <a:lvl2pPr marL="0" lvl="1"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2pPr>
            <a:lvl3pPr marL="0" lvl="2"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3pPr>
            <a:lvl4pPr marL="0" lvl="3"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4pPr>
            <a:lvl5pPr marL="0" lvl="4"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5pPr>
            <a:lvl6pPr marL="0" lvl="5"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6pPr>
            <a:lvl7pPr marL="0" lvl="6"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7pPr>
            <a:lvl8pPr marL="0" lvl="7"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8pPr>
            <a:lvl9pPr marL="0" lvl="8" indent="0" algn="r">
              <a:lnSpc>
                <a:spcPct val="100000"/>
              </a:lnSpc>
              <a:spcBef>
                <a:spcPts val="0"/>
              </a:spcBef>
              <a:spcAft>
                <a:spcPts val="0"/>
              </a:spcAft>
              <a:buClr>
                <a:srgbClr val="212121"/>
              </a:buClr>
              <a:buSzPts val="1800"/>
              <a:buFont typeface="Source Code Pro"/>
              <a:buNone/>
              <a:defRPr sz="1266">
                <a:solidFill>
                  <a:srgbClr val="212121"/>
                </a:solidFill>
                <a:latin typeface="Source Code Pro"/>
                <a:ea typeface="Source Code Pro"/>
                <a:cs typeface="Source Code Pro"/>
                <a:sym typeface="Source Code Pro"/>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950625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 Center">
  <p:cSld name="Title - Center">
    <p:spTree>
      <p:nvGrpSpPr>
        <p:cNvPr id="1" name="Shape 31"/>
        <p:cNvGrpSpPr/>
        <p:nvPr/>
      </p:nvGrpSpPr>
      <p:grpSpPr>
        <a:xfrm>
          <a:off x="0" y="0"/>
          <a:ext cx="0" cy="0"/>
          <a:chOff x="0" y="0"/>
          <a:chExt cx="0" cy="0"/>
        </a:xfrm>
      </p:grpSpPr>
      <p:sp>
        <p:nvSpPr>
          <p:cNvPr id="32" name="Google Shape;32;p7"/>
          <p:cNvSpPr txBox="1">
            <a:spLocks noGrp="1"/>
          </p:cNvSpPr>
          <p:nvPr>
            <p:ph type="title"/>
          </p:nvPr>
        </p:nvSpPr>
        <p:spPr>
          <a:xfrm>
            <a:off x="1190625" y="2268141"/>
            <a:ext cx="9810750" cy="2321719"/>
          </a:xfrm>
          <a:prstGeom prst="rect">
            <a:avLst/>
          </a:prstGeom>
          <a:noFill/>
          <a:ln>
            <a:noFill/>
          </a:ln>
        </p:spPr>
        <p:txBody>
          <a:bodyPr spcFirstLastPara="1" wrap="square" lIns="50800" tIns="50800" rIns="50800" bIns="50800" anchor="ctr" anchorCtr="0">
            <a:no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33" name="Google Shape;33;p7"/>
          <p:cNvSpPr txBox="1">
            <a:spLocks noGrp="1"/>
          </p:cNvSpPr>
          <p:nvPr>
            <p:ph type="sldNum" idx="12"/>
          </p:nvPr>
        </p:nvSpPr>
        <p:spPr>
          <a:xfrm>
            <a:off x="5933329" y="6536531"/>
            <a:ext cx="318993" cy="228028"/>
          </a:xfrm>
          <a:prstGeom prst="rect">
            <a:avLst/>
          </a:prstGeom>
          <a:noFill/>
          <a:ln>
            <a:noFill/>
          </a:ln>
        </p:spPr>
        <p:txBody>
          <a:bodyPr spcFirstLastPara="1" wrap="square" lIns="50800" tIns="50800" rIns="50800" bIns="50800" anchor="t" anchorCtr="0">
            <a:noAutofit/>
          </a:bodyPr>
          <a:lstStyle>
            <a:lvl1pPr marL="0" lvl="0"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1pPr>
            <a:lvl2pPr marL="0" lvl="1"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2pPr>
            <a:lvl3pPr marL="0" lvl="2"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3pPr>
            <a:lvl4pPr marL="0" lvl="3"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4pPr>
            <a:lvl5pPr marL="0" lvl="4"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5pPr>
            <a:lvl6pPr marL="0" lvl="5"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6pPr>
            <a:lvl7pPr marL="0" lvl="6"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7pPr>
            <a:lvl8pPr marL="0" lvl="7"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8pPr>
            <a:lvl9pPr marL="0" lvl="8" indent="0" algn="ctr">
              <a:lnSpc>
                <a:spcPct val="100000"/>
              </a:lnSpc>
              <a:spcBef>
                <a:spcPts val="0"/>
              </a:spcBef>
              <a:spcAft>
                <a:spcPts val="0"/>
              </a:spcAft>
              <a:buClr>
                <a:srgbClr val="000000"/>
              </a:buClr>
              <a:buSzPts val="1600"/>
              <a:buFont typeface="Helvetica Neue Light"/>
              <a:buNone/>
              <a:defRPr sz="1125" b="0">
                <a:latin typeface="Helvetica Neue Light"/>
                <a:ea typeface="Helvetica Neue Light"/>
                <a:cs typeface="Helvetica Neue Light"/>
                <a:sym typeface="Helvetica Neue Light"/>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353772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83174A-2FFE-5C53-FA25-4558C1ADC1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E27A107-116D-BABC-14B1-F01EEEC350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4A458C-7274-4A84-4F74-9680CADCEA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92AEA00-86BD-4471-811C-470D716F04E1}" type="datetimeFigureOut">
              <a:rPr lang="en-US" smtClean="0"/>
              <a:t>7/26/2026</a:t>
            </a:fld>
            <a:endParaRPr lang="en-US"/>
          </a:p>
        </p:txBody>
      </p:sp>
      <p:sp>
        <p:nvSpPr>
          <p:cNvPr id="5" name="Footer Placeholder 4">
            <a:extLst>
              <a:ext uri="{FF2B5EF4-FFF2-40B4-BE49-F238E27FC236}">
                <a16:creationId xmlns:a16="http://schemas.microsoft.com/office/drawing/2014/main" id="{7627A1D2-9528-F0B0-A1B2-C655D6BD0B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1B445D1-0F21-0840-FE60-058A115F81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939DA54-2CF2-4194-8D1F-51D76D5351CC}" type="slidenum">
              <a:rPr lang="en-US" smtClean="0"/>
              <a:t>‹#›</a:t>
            </a:fld>
            <a:endParaRPr lang="en-US"/>
          </a:p>
        </p:txBody>
      </p:sp>
    </p:spTree>
    <p:extLst>
      <p:ext uri="{BB962C8B-B14F-4D97-AF65-F5344CB8AC3E}">
        <p14:creationId xmlns:p14="http://schemas.microsoft.com/office/powerpoint/2010/main" val="38658837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hyperlink" Target="https://grid.cs.gsu.edu/~tcpp/curriculum/?q=curr_whypdc.html" TargetMode="External"/><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hyperlink" Target="https://www.youtube.com/watch?v=RJNx90ODawk" TargetMode="External"/><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hyperlink" Target="https://www.britannica.com/science/computer-science/Parallel-and-distributed-computing" TargetMode="External"/><Relationship Id="rId4" Type="http://schemas.openxmlformats.org/officeDocument/2006/relationships/hyperlink" Target="https://www.youtube.com/watch?v=GXrI3oJ3Eak"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7"/>
          <p:cNvSpPr txBox="1">
            <a:spLocks noGrp="1"/>
          </p:cNvSpPr>
          <p:nvPr>
            <p:ph type="ctrTitle" idx="4294967295"/>
          </p:nvPr>
        </p:nvSpPr>
        <p:spPr>
          <a:xfrm>
            <a:off x="2416969" y="201107"/>
            <a:ext cx="7358063" cy="2321719"/>
          </a:xfrm>
          <a:prstGeom prst="rect">
            <a:avLst/>
          </a:prstGeom>
          <a:noFill/>
          <a:ln>
            <a:noFill/>
          </a:ln>
        </p:spPr>
        <p:txBody>
          <a:bodyPr spcFirstLastPara="1" vert="horz" wrap="square" lIns="35719" tIns="35719" rIns="35719" bIns="35719" rtlCol="0" anchor="b" anchorCtr="0">
            <a:noAutofit/>
          </a:bodyPr>
          <a:lstStyle/>
          <a:p>
            <a:pPr algn="ctr">
              <a:lnSpc>
                <a:spcPct val="100000"/>
              </a:lnSpc>
              <a:spcBef>
                <a:spcPts val="0"/>
              </a:spcBef>
              <a:buClr>
                <a:srgbClr val="FF0000"/>
              </a:buClr>
              <a:buSzPts val="7919"/>
            </a:pPr>
            <a:r>
              <a:rPr lang="en-US" sz="5568" dirty="0">
                <a:solidFill>
                  <a:srgbClr val="FF0000"/>
                </a:solidFill>
              </a:rPr>
              <a:t>Basics of </a:t>
            </a:r>
            <a:r>
              <a:rPr lang="en-US" sz="5568" dirty="0">
                <a:solidFill>
                  <a:srgbClr val="FF0000"/>
                </a:solidFill>
                <a:latin typeface="Helvetica Neue"/>
                <a:ea typeface="Helvetica Neue"/>
                <a:cs typeface="Helvetica Neue"/>
                <a:sym typeface="Helvetica Neue"/>
              </a:rPr>
              <a:t>Parallel &amp; Distributed Computing</a:t>
            </a:r>
            <a:endParaRPr dirty="0"/>
          </a:p>
        </p:txBody>
      </p:sp>
      <p:sp>
        <p:nvSpPr>
          <p:cNvPr id="74" name="Google Shape;74;p17"/>
          <p:cNvSpPr txBox="1">
            <a:spLocks noGrp="1"/>
          </p:cNvSpPr>
          <p:nvPr>
            <p:ph type="subTitle" idx="4294967295"/>
          </p:nvPr>
        </p:nvSpPr>
        <p:spPr>
          <a:xfrm>
            <a:off x="2416970" y="2905085"/>
            <a:ext cx="7358063" cy="1204721"/>
          </a:xfrm>
          <a:prstGeom prst="rect">
            <a:avLst/>
          </a:prstGeom>
          <a:noFill/>
          <a:ln>
            <a:noFill/>
          </a:ln>
        </p:spPr>
        <p:txBody>
          <a:bodyPr spcFirstLastPara="1" vert="horz" wrap="square" lIns="35719" tIns="35719" rIns="35719" bIns="35719" rtlCol="0" anchor="t" anchorCtr="0">
            <a:noAutofit/>
          </a:bodyPr>
          <a:lstStyle/>
          <a:p>
            <a:pPr marL="0" indent="0" algn="ctr">
              <a:lnSpc>
                <a:spcPct val="100000"/>
              </a:lnSpc>
              <a:spcBef>
                <a:spcPts val="0"/>
              </a:spcBef>
              <a:buClr>
                <a:srgbClr val="0070C0"/>
              </a:buClr>
              <a:buSzPts val="3514"/>
              <a:buNone/>
            </a:pPr>
            <a:r>
              <a:rPr lang="en-US" sz="2471" dirty="0">
                <a:solidFill>
                  <a:srgbClr val="0070C0"/>
                </a:solidFill>
                <a:latin typeface="Helvetica Neue"/>
                <a:ea typeface="Helvetica Neue"/>
                <a:cs typeface="Helvetica Neue"/>
                <a:sym typeface="Helvetica Neue"/>
              </a:rPr>
              <a:t>Dr. </a:t>
            </a:r>
            <a:r>
              <a:rPr lang="en-US" sz="2471" dirty="0">
                <a:solidFill>
                  <a:srgbClr val="0070C0"/>
                </a:solidFill>
              </a:rPr>
              <a:t>Mary Smith</a:t>
            </a:r>
            <a:endParaRPr dirty="0"/>
          </a:p>
          <a:p>
            <a:pPr marL="0" indent="0" algn="ctr">
              <a:lnSpc>
                <a:spcPct val="100000"/>
              </a:lnSpc>
              <a:spcBef>
                <a:spcPts val="0"/>
              </a:spcBef>
              <a:buClr>
                <a:srgbClr val="0070C0"/>
              </a:buClr>
              <a:buSzPts val="3514"/>
              <a:buNone/>
            </a:pPr>
            <a:r>
              <a:rPr lang="en-US" sz="2471" dirty="0">
                <a:solidFill>
                  <a:srgbClr val="0070C0"/>
                </a:solidFill>
                <a:latin typeface="Helvetica Neue"/>
                <a:ea typeface="Helvetica Neue"/>
                <a:cs typeface="Helvetica Neue"/>
                <a:sym typeface="Helvetica Neue"/>
              </a:rPr>
              <a:t>CSCI 2911/2916</a:t>
            </a:r>
            <a:endParaRPr dirty="0"/>
          </a:p>
        </p:txBody>
      </p:sp>
      <p:pic>
        <p:nvPicPr>
          <p:cNvPr id="75" name="Google Shape;75;p17"/>
          <p:cNvPicPr preferRelativeResize="0"/>
          <p:nvPr/>
        </p:nvPicPr>
        <p:blipFill rotWithShape="1">
          <a:blip r:embed="rId3">
            <a:alphaModFix/>
          </a:blip>
          <a:srcRect t="28467" b="10312"/>
          <a:stretch/>
        </p:blipFill>
        <p:spPr>
          <a:xfrm>
            <a:off x="4251992" y="4492065"/>
            <a:ext cx="3688016" cy="169337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8"/>
          <p:cNvSpPr txBox="1">
            <a:spLocks noGrp="1"/>
          </p:cNvSpPr>
          <p:nvPr>
            <p:ph type="title"/>
          </p:nvPr>
        </p:nvSpPr>
        <p:spPr>
          <a:xfrm>
            <a:off x="2193727" y="178594"/>
            <a:ext cx="7804547" cy="1518047"/>
          </a:xfrm>
          <a:prstGeom prst="rect">
            <a:avLst/>
          </a:prstGeom>
          <a:noFill/>
          <a:ln>
            <a:noFill/>
          </a:ln>
        </p:spPr>
        <p:txBody>
          <a:bodyPr spcFirstLastPara="1" vert="horz" wrap="square" lIns="35719" tIns="35719" rIns="35719" bIns="35719" rtlCol="0" anchor="ctr" anchorCtr="0">
            <a:noAutofit/>
          </a:bodyPr>
          <a:lstStyle/>
          <a:p>
            <a:pPr>
              <a:buClr>
                <a:srgbClr val="0070C0"/>
              </a:buClr>
              <a:buSzPts val="6600"/>
            </a:pPr>
            <a:r>
              <a:rPr lang="en-US" sz="4640">
                <a:solidFill>
                  <a:srgbClr val="0070C0"/>
                </a:solidFill>
              </a:rPr>
              <a:t>OUTLINE</a:t>
            </a:r>
            <a:endParaRPr/>
          </a:p>
        </p:txBody>
      </p:sp>
      <p:sp>
        <p:nvSpPr>
          <p:cNvPr id="81" name="Google Shape;81;p18"/>
          <p:cNvSpPr txBox="1">
            <a:spLocks noGrp="1"/>
          </p:cNvSpPr>
          <p:nvPr>
            <p:ph type="body" idx="1"/>
          </p:nvPr>
        </p:nvSpPr>
        <p:spPr>
          <a:xfrm>
            <a:off x="2193727" y="1696641"/>
            <a:ext cx="7804547" cy="4420195"/>
          </a:xfrm>
          <a:prstGeom prst="rect">
            <a:avLst/>
          </a:prstGeom>
          <a:noFill/>
          <a:ln>
            <a:noFill/>
          </a:ln>
        </p:spPr>
        <p:txBody>
          <a:bodyPr spcFirstLastPara="1" vert="horz" wrap="square" lIns="35719" tIns="35719" rIns="35719" bIns="35719" rtlCol="0" anchor="ctr" anchorCtr="0">
            <a:noAutofit/>
          </a:bodyPr>
          <a:lstStyle/>
          <a:p>
            <a:pPr marL="312528" indent="-312528">
              <a:lnSpc>
                <a:spcPct val="120000"/>
              </a:lnSpc>
              <a:spcBef>
                <a:spcPts val="0"/>
              </a:spcBef>
              <a:buSzPts val="4640"/>
              <a:buFont typeface="Helvetica Neue"/>
              <a:buChar char="•"/>
            </a:pPr>
            <a:r>
              <a:rPr lang="en-US"/>
              <a:t>Why Parallel and Distributed Computing Curriculum?</a:t>
            </a:r>
            <a:endParaRPr/>
          </a:p>
          <a:p>
            <a:pPr marL="312528" indent="-312528">
              <a:lnSpc>
                <a:spcPct val="120000"/>
              </a:lnSpc>
              <a:spcBef>
                <a:spcPts val="0"/>
              </a:spcBef>
              <a:buSzPts val="4640"/>
              <a:buFont typeface="Helvetica Neue"/>
              <a:buChar char="•"/>
            </a:pPr>
            <a:r>
              <a:rPr lang="en-US"/>
              <a:t>What is Parallel Computing – videos</a:t>
            </a:r>
            <a:endParaRPr/>
          </a:p>
          <a:p>
            <a:pPr marL="312528" indent="-312528">
              <a:lnSpc>
                <a:spcPct val="120000"/>
              </a:lnSpc>
              <a:spcBef>
                <a:spcPts val="0"/>
              </a:spcBef>
              <a:buSzPts val="4640"/>
              <a:buFont typeface="Helvetica Neue"/>
              <a:buChar char="•"/>
            </a:pPr>
            <a:r>
              <a:rPr lang="en-US"/>
              <a:t>Unplugged activity 1: More Processors are Not Always the Best</a:t>
            </a:r>
            <a:endParaRPr/>
          </a:p>
          <a:p>
            <a:pPr marL="625056" lvl="1" indent="-312528">
              <a:lnSpc>
                <a:spcPct val="120000"/>
              </a:lnSpc>
              <a:spcBef>
                <a:spcPts val="0"/>
              </a:spcBef>
              <a:buSzPts val="3480"/>
              <a:buFont typeface="Helvetica Neue"/>
              <a:buChar char="•"/>
            </a:pPr>
            <a:r>
              <a:rPr lang="en-US" sz="1687"/>
              <a:t>Activity phases: sequential and parallel</a:t>
            </a:r>
            <a:endParaRPr/>
          </a:p>
          <a:p>
            <a:pPr marL="625056" lvl="1" indent="-312528">
              <a:lnSpc>
                <a:spcPct val="120000"/>
              </a:lnSpc>
              <a:spcBef>
                <a:spcPts val="0"/>
              </a:spcBef>
              <a:buSzPts val="3480"/>
              <a:buFont typeface="Helvetica Neue"/>
              <a:buChar char="•"/>
            </a:pPr>
            <a:r>
              <a:rPr lang="en-US" sz="1687"/>
              <a:t>Group/class discussion</a:t>
            </a:r>
            <a:endParaRPr/>
          </a:p>
          <a:p>
            <a:pPr marL="625056" lvl="1" indent="-312528">
              <a:lnSpc>
                <a:spcPct val="120000"/>
              </a:lnSpc>
              <a:spcBef>
                <a:spcPts val="0"/>
              </a:spcBef>
              <a:buSzPts val="3480"/>
              <a:buFont typeface="Helvetica Neue"/>
              <a:buChar char="•"/>
            </a:pPr>
            <a:r>
              <a:rPr lang="en-US" sz="1687"/>
              <a:t>Survey</a:t>
            </a:r>
            <a:endParaRPr/>
          </a:p>
          <a:p>
            <a:pPr marL="312528" indent="-312528">
              <a:lnSpc>
                <a:spcPct val="120000"/>
              </a:lnSpc>
              <a:spcBef>
                <a:spcPts val="0"/>
              </a:spcBef>
              <a:buSzPts val="4640"/>
              <a:buFont typeface="Helvetica Neue"/>
              <a:buChar char="•"/>
            </a:pPr>
            <a:r>
              <a:rPr lang="en-US"/>
              <a:t>Unplugged activity 2: Sorting Pennies</a:t>
            </a:r>
            <a:endParaRPr/>
          </a:p>
          <a:p>
            <a:pPr marL="625056" lvl="1" indent="-312528">
              <a:lnSpc>
                <a:spcPct val="120000"/>
              </a:lnSpc>
              <a:spcBef>
                <a:spcPts val="0"/>
              </a:spcBef>
              <a:buSzPts val="3480"/>
              <a:buFont typeface="Helvetica Neue"/>
              <a:buChar char="•"/>
            </a:pPr>
            <a:r>
              <a:rPr lang="en-US" sz="1687"/>
              <a:t>Activity phases: sequential sorting, parallel sorting</a:t>
            </a:r>
            <a:endParaRPr/>
          </a:p>
          <a:p>
            <a:pPr marL="625056" lvl="1" indent="-312528">
              <a:lnSpc>
                <a:spcPct val="120000"/>
              </a:lnSpc>
              <a:spcBef>
                <a:spcPts val="0"/>
              </a:spcBef>
              <a:buSzPts val="3480"/>
              <a:buFont typeface="Helvetica Neue"/>
              <a:buChar char="•"/>
            </a:pPr>
            <a:r>
              <a:rPr lang="en-US" sz="1687"/>
              <a:t>Group/class discussion</a:t>
            </a:r>
            <a:endParaRPr/>
          </a:p>
          <a:p>
            <a:pPr marL="625056" lvl="1" indent="-312528">
              <a:lnSpc>
                <a:spcPct val="120000"/>
              </a:lnSpc>
              <a:spcBef>
                <a:spcPts val="0"/>
              </a:spcBef>
              <a:buSzPts val="3480"/>
              <a:buFont typeface="Helvetica Neue"/>
              <a:buChar char="•"/>
            </a:pPr>
            <a:r>
              <a:rPr lang="en-US" sz="1687"/>
              <a:t>Survey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9"/>
          <p:cNvSpPr txBox="1">
            <a:spLocks noGrp="1"/>
          </p:cNvSpPr>
          <p:nvPr>
            <p:ph type="title"/>
          </p:nvPr>
        </p:nvSpPr>
        <p:spPr>
          <a:xfrm>
            <a:off x="2525634" y="799899"/>
            <a:ext cx="7358063" cy="2387623"/>
          </a:xfrm>
          <a:prstGeom prst="rect">
            <a:avLst/>
          </a:prstGeom>
          <a:noFill/>
          <a:ln>
            <a:noFill/>
          </a:ln>
        </p:spPr>
        <p:txBody>
          <a:bodyPr spcFirstLastPara="1" vert="horz" wrap="square" lIns="35719" tIns="35719" rIns="35719" bIns="35719" rtlCol="0" anchor="b" anchorCtr="0">
            <a:noAutofit/>
          </a:bodyPr>
          <a:lstStyle/>
          <a:p>
            <a:pPr>
              <a:buSzPts val="6000"/>
            </a:pPr>
            <a:r>
              <a:rPr lang="en-US" sz="4219" dirty="0"/>
              <a:t>Why a Parallel and Distributed Computing Curriculum?</a:t>
            </a:r>
            <a:br>
              <a:rPr lang="en-US" sz="4219" dirty="0"/>
            </a:br>
            <a:endParaRPr sz="4219" dirty="0"/>
          </a:p>
        </p:txBody>
      </p:sp>
      <p:sp>
        <p:nvSpPr>
          <p:cNvPr id="87" name="Google Shape;87;p19"/>
          <p:cNvSpPr txBox="1">
            <a:spLocks noGrp="1"/>
          </p:cNvSpPr>
          <p:nvPr>
            <p:ph type="body" idx="1"/>
          </p:nvPr>
        </p:nvSpPr>
        <p:spPr>
          <a:xfrm>
            <a:off x="1587389" y="3351274"/>
            <a:ext cx="9017223" cy="2082001"/>
          </a:xfrm>
          <a:prstGeom prst="rect">
            <a:avLst/>
          </a:prstGeom>
          <a:noFill/>
          <a:ln>
            <a:noFill/>
          </a:ln>
        </p:spPr>
        <p:txBody>
          <a:bodyPr spcFirstLastPara="1" vert="horz" wrap="square" lIns="35719" tIns="35719" rIns="35719" bIns="35719" rtlCol="0" anchor="t" anchorCtr="0">
            <a:noAutofit/>
          </a:bodyPr>
          <a:lstStyle/>
          <a:p>
            <a:pPr marL="0" indent="0"/>
            <a:r>
              <a:rPr lang="en-US"/>
              <a:t>An initiative mandated by the National Science Foundation (NSF) and the ACM/IEEE Computer Society</a:t>
            </a:r>
            <a:endParaRPr/>
          </a:p>
          <a:p>
            <a:pPr marL="0" indent="0"/>
            <a:endParaRPr/>
          </a:p>
          <a:p>
            <a:pPr marL="0" indent="0">
              <a:buSzPts val="2800"/>
            </a:pPr>
            <a:r>
              <a:rPr lang="en-US" sz="1969" u="sng">
                <a:solidFill>
                  <a:schemeClr val="hlink"/>
                </a:solidFill>
                <a:hlinkClick r:id="rId3"/>
              </a:rPr>
              <a:t>https://grid.cs.gsu.edu/~tcpp/curriculum/?q=curr_whypdc.html</a:t>
            </a:r>
            <a:endParaRPr sz="1969"/>
          </a:p>
          <a:p>
            <a:pPr marL="0" indent="0">
              <a:buSzPts val="2800"/>
            </a:pPr>
            <a:endParaRPr sz="1969"/>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0"/>
          <p:cNvSpPr txBox="1">
            <a:spLocks noGrp="1"/>
          </p:cNvSpPr>
          <p:nvPr>
            <p:ph type="title"/>
          </p:nvPr>
        </p:nvSpPr>
        <p:spPr>
          <a:xfrm>
            <a:off x="2193727" y="178594"/>
            <a:ext cx="7804547" cy="1518047"/>
          </a:xfrm>
          <a:prstGeom prst="rect">
            <a:avLst/>
          </a:prstGeom>
          <a:noFill/>
          <a:ln>
            <a:noFill/>
          </a:ln>
        </p:spPr>
        <p:txBody>
          <a:bodyPr spcFirstLastPara="1" vert="horz" wrap="square" lIns="35719" tIns="35719" rIns="35719" bIns="35719" rtlCol="0" anchor="ctr" anchorCtr="0">
            <a:noAutofit/>
          </a:bodyPr>
          <a:lstStyle/>
          <a:p>
            <a:pPr>
              <a:buSzPts val="6640"/>
            </a:pPr>
            <a:r>
              <a:rPr lang="en-US" sz="4669"/>
              <a:t>What is Parallel Computing?</a:t>
            </a:r>
            <a:endParaRPr/>
          </a:p>
        </p:txBody>
      </p:sp>
      <p:sp>
        <p:nvSpPr>
          <p:cNvPr id="93" name="Google Shape;93;p20"/>
          <p:cNvSpPr txBox="1">
            <a:spLocks noGrp="1"/>
          </p:cNvSpPr>
          <p:nvPr>
            <p:ph type="body" idx="1"/>
          </p:nvPr>
        </p:nvSpPr>
        <p:spPr>
          <a:xfrm>
            <a:off x="2193727" y="1821656"/>
            <a:ext cx="7804547" cy="4420195"/>
          </a:xfrm>
          <a:prstGeom prst="rect">
            <a:avLst/>
          </a:prstGeom>
          <a:noFill/>
          <a:ln>
            <a:noFill/>
          </a:ln>
        </p:spPr>
        <p:txBody>
          <a:bodyPr spcFirstLastPara="1" vert="horz" wrap="square" lIns="35719" tIns="35719" rIns="35719" bIns="35719" rtlCol="0" anchor="ctr" anchorCtr="0">
            <a:noAutofit/>
          </a:bodyPr>
          <a:lstStyle/>
          <a:p>
            <a:pPr marL="312528" indent="-312528">
              <a:buSzPts val="4640"/>
              <a:buFont typeface="Helvetica Neue"/>
              <a:buChar char="•"/>
            </a:pPr>
            <a:r>
              <a:rPr lang="en-US" sz="2250" dirty="0">
                <a:solidFill>
                  <a:srgbClr val="000000"/>
                </a:solidFill>
                <a:latin typeface="Helvetica Neue"/>
                <a:ea typeface="Helvetica Neue"/>
                <a:cs typeface="Helvetica Neue"/>
                <a:sym typeface="Helvetica Neue"/>
              </a:rPr>
              <a:t>Brief Overview of Parallel &amp; Distributed Computing:</a:t>
            </a:r>
          </a:p>
          <a:p>
            <a:pPr marL="0" indent="0">
              <a:spcBef>
                <a:spcPts val="0"/>
              </a:spcBef>
              <a:buSzPts val="4640"/>
              <a:buNone/>
            </a:pPr>
            <a:r>
              <a:rPr lang="en-US" sz="2250" dirty="0">
                <a:solidFill>
                  <a:srgbClr val="000000"/>
                </a:solidFill>
                <a:latin typeface="Helvetica Neue"/>
                <a:ea typeface="Helvetica Neue"/>
                <a:cs typeface="Helvetica Neue"/>
                <a:sym typeface="Helvetica Neue"/>
                <a:hlinkClick r:id="rId3"/>
              </a:rPr>
              <a:t>https://www.youtube.com/watch?v=RJNx90ODawk</a:t>
            </a:r>
            <a:endParaRPr lang="en-US" sz="2250" dirty="0">
              <a:solidFill>
                <a:srgbClr val="000000"/>
              </a:solidFill>
              <a:latin typeface="Helvetica Neue"/>
              <a:ea typeface="Helvetica Neue"/>
              <a:cs typeface="Helvetica Neue"/>
              <a:sym typeface="Helvetica Neue"/>
            </a:endParaRPr>
          </a:p>
          <a:p>
            <a:pPr marL="0" indent="0">
              <a:spcBef>
                <a:spcPts val="0"/>
              </a:spcBef>
              <a:buSzPts val="4640"/>
              <a:buNone/>
            </a:pPr>
            <a:endParaRPr lang="en-US" sz="2250" dirty="0">
              <a:solidFill>
                <a:srgbClr val="000000"/>
              </a:solidFill>
              <a:latin typeface="Helvetica Neue"/>
              <a:ea typeface="Helvetica Neue"/>
              <a:cs typeface="Helvetica Neue"/>
              <a:sym typeface="Helvetica Neue"/>
            </a:endParaRPr>
          </a:p>
          <a:p>
            <a:pPr indent="-321457">
              <a:spcBef>
                <a:spcPts val="0"/>
              </a:spcBef>
              <a:buSzPts val="4640"/>
            </a:pPr>
            <a:r>
              <a:rPr lang="en-US" sz="2250" dirty="0">
                <a:solidFill>
                  <a:srgbClr val="000000"/>
                </a:solidFill>
                <a:latin typeface="Helvetica Neue"/>
                <a:ea typeface="Helvetica Neue"/>
                <a:cs typeface="Helvetica Neue"/>
                <a:sym typeface="Helvetica Neue"/>
              </a:rPr>
              <a:t>Longer video for later:</a:t>
            </a:r>
          </a:p>
          <a:p>
            <a:pPr marL="0" indent="0">
              <a:spcBef>
                <a:spcPts val="0"/>
              </a:spcBef>
              <a:buSzPts val="4640"/>
              <a:buNone/>
            </a:pPr>
            <a:r>
              <a:rPr lang="en-US" sz="2250" dirty="0">
                <a:solidFill>
                  <a:srgbClr val="000000"/>
                </a:solidFill>
                <a:latin typeface="Helvetica Neue"/>
                <a:ea typeface="Helvetica Neue"/>
                <a:cs typeface="Helvetica Neue"/>
                <a:sym typeface="Helvetica Neue"/>
              </a:rPr>
              <a:t> </a:t>
            </a:r>
            <a:r>
              <a:rPr lang="en-US" u="sng" dirty="0">
                <a:solidFill>
                  <a:schemeClr val="hlink"/>
                </a:solidFill>
                <a:hlinkClick r:id="rId4"/>
              </a:rPr>
              <a:t>https://www.youtube.com/watch?v=GXrI3oJ3Eak</a:t>
            </a:r>
            <a:endParaRPr dirty="0"/>
          </a:p>
          <a:p>
            <a:pPr marL="312528" indent="-312528">
              <a:buSzPts val="4640"/>
              <a:buFont typeface="Helvetica Neue"/>
              <a:buChar char="•"/>
            </a:pPr>
            <a:r>
              <a:rPr lang="en-US" sz="2250" dirty="0">
                <a:solidFill>
                  <a:srgbClr val="000000"/>
                </a:solidFill>
                <a:latin typeface="Helvetica Neue"/>
                <a:ea typeface="Helvetica Neue"/>
                <a:cs typeface="Helvetica Neue"/>
                <a:sym typeface="Helvetica Neue"/>
              </a:rPr>
              <a:t>Description</a:t>
            </a:r>
          </a:p>
          <a:p>
            <a:pPr marL="0" indent="0">
              <a:spcBef>
                <a:spcPts val="0"/>
              </a:spcBef>
              <a:buSzPts val="4640"/>
              <a:buNone/>
            </a:pPr>
            <a:r>
              <a:rPr lang="en-US" sz="2250" dirty="0">
                <a:solidFill>
                  <a:srgbClr val="000000"/>
                </a:solidFill>
                <a:latin typeface="Helvetica Neue"/>
                <a:ea typeface="Helvetica Neue"/>
                <a:cs typeface="Helvetica Neue"/>
                <a:sym typeface="Helvetica Neue"/>
                <a:hlinkClick r:id="rId5"/>
              </a:rPr>
              <a:t>https://www.britannica.com/science/computer-science/Parallel-and-distributed-computing</a:t>
            </a:r>
            <a:endParaRPr lang="en-US" sz="2250" dirty="0">
              <a:solidFill>
                <a:srgbClr val="000000"/>
              </a:solidFill>
              <a:latin typeface="Helvetica Neue"/>
              <a:ea typeface="Helvetica Neue"/>
              <a:cs typeface="Helvetica Neue"/>
              <a:sym typeface="Helvetica Neu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1"/>
          <p:cNvSpPr txBox="1">
            <a:spLocks noGrp="1"/>
          </p:cNvSpPr>
          <p:nvPr>
            <p:ph type="title"/>
          </p:nvPr>
        </p:nvSpPr>
        <p:spPr>
          <a:xfrm>
            <a:off x="2193727" y="178594"/>
            <a:ext cx="7804547" cy="1518047"/>
          </a:xfrm>
          <a:prstGeom prst="rect">
            <a:avLst/>
          </a:prstGeom>
          <a:noFill/>
          <a:ln>
            <a:noFill/>
          </a:ln>
        </p:spPr>
        <p:txBody>
          <a:bodyPr spcFirstLastPara="1" vert="horz" wrap="square" lIns="35719" tIns="35719" rIns="35719" bIns="35719" rtlCol="0" anchor="ctr" anchorCtr="0">
            <a:noAutofit/>
          </a:bodyPr>
          <a:lstStyle/>
          <a:p>
            <a:pPr>
              <a:buSzPts val="8000"/>
            </a:pPr>
            <a:r>
              <a:rPr lang="en-US"/>
              <a:t>Unplugged activity 1</a:t>
            </a:r>
            <a:endParaRPr/>
          </a:p>
        </p:txBody>
      </p:sp>
      <p:sp>
        <p:nvSpPr>
          <p:cNvPr id="99" name="Google Shape;99;p21"/>
          <p:cNvSpPr txBox="1">
            <a:spLocks noGrp="1"/>
          </p:cNvSpPr>
          <p:nvPr>
            <p:ph type="body" idx="1"/>
          </p:nvPr>
        </p:nvSpPr>
        <p:spPr>
          <a:xfrm>
            <a:off x="2193727" y="1930321"/>
            <a:ext cx="7804547" cy="2552130"/>
          </a:xfrm>
          <a:prstGeom prst="rect">
            <a:avLst/>
          </a:prstGeom>
          <a:solidFill>
            <a:schemeClr val="lt1"/>
          </a:solidFill>
          <a:ln>
            <a:noFill/>
          </a:ln>
        </p:spPr>
        <p:txBody>
          <a:bodyPr spcFirstLastPara="1" vert="horz" wrap="square" lIns="35719" tIns="35719" rIns="35719" bIns="35719" rtlCol="0" anchor="ctr" anchorCtr="0">
            <a:noAutofit/>
          </a:bodyPr>
          <a:lstStyle/>
          <a:p>
            <a:pPr marL="0" indent="0" algn="ctr">
              <a:spcBef>
                <a:spcPts val="0"/>
              </a:spcBef>
              <a:buClr>
                <a:srgbClr val="212121"/>
              </a:buClr>
              <a:buSzPts val="8466"/>
              <a:buNone/>
            </a:pPr>
            <a:r>
              <a:rPr lang="en-US" sz="5952" b="1">
                <a:solidFill>
                  <a:srgbClr val="212121"/>
                </a:solidFill>
                <a:latin typeface="Times"/>
                <a:ea typeface="Times"/>
                <a:cs typeface="Times"/>
                <a:sym typeface="Times"/>
              </a:rPr>
              <a:t>More processors are not always the best</a:t>
            </a:r>
            <a:endParaRPr/>
          </a:p>
        </p:txBody>
      </p:sp>
      <p:pic>
        <p:nvPicPr>
          <p:cNvPr id="100" name="Google Shape;100;p21"/>
          <p:cNvPicPr preferRelativeResize="0"/>
          <p:nvPr/>
        </p:nvPicPr>
        <p:blipFill rotWithShape="1">
          <a:blip r:embed="rId3">
            <a:alphaModFix/>
          </a:blip>
          <a:srcRect b="7664"/>
          <a:stretch/>
        </p:blipFill>
        <p:spPr>
          <a:xfrm>
            <a:off x="3591673" y="4858505"/>
            <a:ext cx="5008655" cy="109093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2"/>
          <p:cNvSpPr txBox="1">
            <a:spLocks noGrp="1"/>
          </p:cNvSpPr>
          <p:nvPr>
            <p:ph type="title"/>
          </p:nvPr>
        </p:nvSpPr>
        <p:spPr>
          <a:xfrm>
            <a:off x="1947150" y="654424"/>
            <a:ext cx="8297700" cy="1046973"/>
          </a:xfrm>
          <a:prstGeom prst="rect">
            <a:avLst/>
          </a:prstGeom>
          <a:noFill/>
          <a:ln>
            <a:noFill/>
          </a:ln>
        </p:spPr>
        <p:txBody>
          <a:bodyPr spcFirstLastPara="1" vert="horz" wrap="square" lIns="91424" tIns="91424" rIns="91424" bIns="91424" rtlCol="0" anchor="t" anchorCtr="0">
            <a:noAutofit/>
          </a:bodyPr>
          <a:lstStyle/>
          <a:p>
            <a:pPr algn="ctr">
              <a:buSzPts val="4055"/>
            </a:pPr>
            <a:r>
              <a:rPr lang="en-US" sz="2851"/>
              <a:t>Unplugged activity 1 description</a:t>
            </a:r>
            <a:endParaRPr/>
          </a:p>
        </p:txBody>
      </p:sp>
      <p:sp>
        <p:nvSpPr>
          <p:cNvPr id="106" name="Google Shape;106;p22"/>
          <p:cNvSpPr txBox="1">
            <a:spLocks noGrp="1"/>
          </p:cNvSpPr>
          <p:nvPr>
            <p:ph type="body" idx="1"/>
          </p:nvPr>
        </p:nvSpPr>
        <p:spPr>
          <a:xfrm>
            <a:off x="1835700" y="3085031"/>
            <a:ext cx="3999901" cy="3018900"/>
          </a:xfrm>
          <a:prstGeom prst="rect">
            <a:avLst/>
          </a:prstGeom>
          <a:noFill/>
          <a:ln w="9525" cap="flat" cmpd="sng">
            <a:solidFill>
              <a:srgbClr val="FFC000"/>
            </a:solidFill>
            <a:prstDash val="solid"/>
            <a:round/>
            <a:headEnd type="none" w="sm" len="sm"/>
            <a:tailEnd type="none" w="sm" len="sm"/>
          </a:ln>
        </p:spPr>
        <p:txBody>
          <a:bodyPr spcFirstLastPara="1" vert="horz" wrap="square" lIns="91424" tIns="91424" rIns="91424" bIns="91424" rtlCol="0" anchor="t" anchorCtr="0">
            <a:noAutofit/>
          </a:bodyPr>
          <a:lstStyle/>
          <a:p>
            <a:pPr marL="0" indent="0">
              <a:buSzPts val="2188"/>
              <a:buNone/>
            </a:pPr>
            <a:r>
              <a:rPr lang="en-US" sz="1538"/>
              <a:t>Participant 1 - acts as a processor to perform</a:t>
            </a:r>
            <a:endParaRPr/>
          </a:p>
          <a:p>
            <a:pPr marL="0" indent="0">
              <a:spcBef>
                <a:spcPts val="1898"/>
              </a:spcBef>
              <a:buSzPts val="2188"/>
              <a:buNone/>
            </a:pPr>
            <a:r>
              <a:rPr lang="en-US" sz="1538"/>
              <a:t>Task 1: writing a sentence (</a:t>
            </a:r>
            <a:r>
              <a:rPr lang="en-US" sz="1538" b="1"/>
              <a:t>more processors are not always the best</a:t>
            </a:r>
            <a:r>
              <a:rPr lang="en-US" sz="1538"/>
              <a:t>), followed by </a:t>
            </a:r>
            <a:endParaRPr/>
          </a:p>
          <a:p>
            <a:pPr marL="0" indent="0">
              <a:spcBef>
                <a:spcPts val="1898"/>
              </a:spcBef>
              <a:buSzPts val="2188"/>
              <a:buNone/>
            </a:pPr>
            <a:r>
              <a:rPr lang="en-US" sz="1538"/>
              <a:t>Task 2: assigning a numeric value as an index (</a:t>
            </a:r>
            <a:r>
              <a:rPr lang="en-US" sz="1538" b="1"/>
              <a:t>0,1,...32</a:t>
            </a:r>
            <a:r>
              <a:rPr lang="en-US" sz="1538"/>
              <a:t>) to each character in the written sentence. </a:t>
            </a:r>
            <a:endParaRPr/>
          </a:p>
        </p:txBody>
      </p:sp>
      <p:sp>
        <p:nvSpPr>
          <p:cNvPr id="107" name="Google Shape;107;p22"/>
          <p:cNvSpPr txBox="1">
            <a:spLocks noGrp="1"/>
          </p:cNvSpPr>
          <p:nvPr>
            <p:ph type="body" idx="2"/>
          </p:nvPr>
        </p:nvSpPr>
        <p:spPr>
          <a:xfrm>
            <a:off x="6356401" y="3085030"/>
            <a:ext cx="3999901" cy="3018900"/>
          </a:xfrm>
          <a:prstGeom prst="rect">
            <a:avLst/>
          </a:prstGeom>
          <a:noFill/>
          <a:ln w="9525" cap="flat" cmpd="sng">
            <a:solidFill>
              <a:srgbClr val="92D050"/>
            </a:solidFill>
            <a:prstDash val="solid"/>
            <a:round/>
            <a:headEnd type="none" w="sm" len="sm"/>
            <a:tailEnd type="none" w="sm" len="sm"/>
          </a:ln>
        </p:spPr>
        <p:txBody>
          <a:bodyPr spcFirstLastPara="1" vert="horz" wrap="square" lIns="91424" tIns="91424" rIns="91424" bIns="91424" rtlCol="0" anchor="t" anchorCtr="0">
            <a:noAutofit/>
          </a:bodyPr>
          <a:lstStyle/>
          <a:p>
            <a:pPr marL="0" indent="0">
              <a:lnSpc>
                <a:spcPct val="115000"/>
              </a:lnSpc>
              <a:spcBef>
                <a:spcPts val="0"/>
              </a:spcBef>
              <a:buClr>
                <a:srgbClr val="666666"/>
              </a:buClr>
              <a:buSzPts val="2600"/>
              <a:buNone/>
            </a:pPr>
            <a:r>
              <a:rPr lang="en-US"/>
              <a:t>Participant 2</a:t>
            </a:r>
            <a:r>
              <a:rPr lang="en-US" b="0"/>
              <a:t> - times the tasks performed by participant 1.</a:t>
            </a:r>
            <a:endParaRPr/>
          </a:p>
        </p:txBody>
      </p:sp>
      <p:sp>
        <p:nvSpPr>
          <p:cNvPr id="108" name="Google Shape;108;p22"/>
          <p:cNvSpPr txBox="1"/>
          <p:nvPr/>
        </p:nvSpPr>
        <p:spPr>
          <a:xfrm>
            <a:off x="1903500" y="1747799"/>
            <a:ext cx="8385000" cy="1367291"/>
          </a:xfrm>
          <a:prstGeom prst="rect">
            <a:avLst/>
          </a:prstGeom>
          <a:noFill/>
          <a:ln>
            <a:noFill/>
          </a:ln>
        </p:spPr>
        <p:txBody>
          <a:bodyPr spcFirstLastPara="1" wrap="square" lIns="91424" tIns="91424" rIns="91424" bIns="91424" anchor="t" anchorCtr="0">
            <a:noAutofit/>
          </a:bodyPr>
          <a:lstStyle/>
          <a:p>
            <a:pPr>
              <a:lnSpc>
                <a:spcPct val="115000"/>
              </a:lnSpc>
              <a:buClr>
                <a:srgbClr val="666666"/>
              </a:buClr>
              <a:buSzPts val="2600"/>
            </a:pPr>
            <a:r>
              <a:rPr lang="en-US" sz="1828">
                <a:solidFill>
                  <a:srgbClr val="666666"/>
                </a:solidFill>
                <a:latin typeface="Source Code Pro"/>
                <a:ea typeface="Source Code Pro"/>
                <a:cs typeface="Source Code Pro"/>
                <a:sym typeface="Source Code Pro"/>
              </a:rPr>
              <a:t>The activity involves participation of two or more students for the following phases:</a:t>
            </a:r>
            <a:endParaRPr sz="1266"/>
          </a:p>
          <a:p>
            <a:pPr algn="ctr">
              <a:lnSpc>
                <a:spcPct val="115000"/>
              </a:lnSpc>
              <a:spcBef>
                <a:spcPts val="2109"/>
              </a:spcBef>
              <a:buClr>
                <a:srgbClr val="666666"/>
              </a:buClr>
              <a:buSzPts val="2600"/>
            </a:pPr>
            <a:r>
              <a:rPr lang="en-US" sz="1828" b="1">
                <a:solidFill>
                  <a:srgbClr val="666666"/>
                </a:solidFill>
                <a:latin typeface="Source Code Pro"/>
                <a:ea typeface="Source Code Pro"/>
                <a:cs typeface="Source Code Pro"/>
                <a:sym typeface="Source Code Pro"/>
              </a:rPr>
              <a:t>Uniprocessor Sequential phase</a:t>
            </a:r>
            <a:endParaRPr sz="1266"/>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3"/>
          <p:cNvSpPr txBox="1">
            <a:spLocks noGrp="1"/>
          </p:cNvSpPr>
          <p:nvPr>
            <p:ph type="title"/>
          </p:nvPr>
        </p:nvSpPr>
        <p:spPr>
          <a:xfrm>
            <a:off x="1835700" y="1150100"/>
            <a:ext cx="8520600" cy="801001"/>
          </a:xfrm>
          <a:prstGeom prst="rect">
            <a:avLst/>
          </a:prstGeom>
          <a:noFill/>
          <a:ln>
            <a:noFill/>
          </a:ln>
        </p:spPr>
        <p:txBody>
          <a:bodyPr spcFirstLastPara="1" vert="horz" wrap="square" lIns="91424" tIns="91424" rIns="91424" bIns="91424" rtlCol="0" anchor="t" anchorCtr="0">
            <a:noAutofit/>
          </a:bodyPr>
          <a:lstStyle/>
          <a:p>
            <a:pPr>
              <a:buSzPts val="3120"/>
            </a:pPr>
            <a:r>
              <a:rPr lang="en-US" sz="2194"/>
              <a:t>Unplugged activity 1 description cont’d...</a:t>
            </a:r>
            <a:endParaRPr/>
          </a:p>
        </p:txBody>
      </p:sp>
      <p:sp>
        <p:nvSpPr>
          <p:cNvPr id="114" name="Google Shape;114;p23"/>
          <p:cNvSpPr txBox="1">
            <a:spLocks noGrp="1"/>
          </p:cNvSpPr>
          <p:nvPr>
            <p:ph type="body" idx="1"/>
          </p:nvPr>
        </p:nvSpPr>
        <p:spPr>
          <a:xfrm>
            <a:off x="1835700" y="2085924"/>
            <a:ext cx="8520600" cy="3340201"/>
          </a:xfrm>
          <a:prstGeom prst="rect">
            <a:avLst/>
          </a:prstGeom>
          <a:noFill/>
          <a:ln>
            <a:noFill/>
          </a:ln>
        </p:spPr>
        <p:txBody>
          <a:bodyPr spcFirstLastPara="1" vert="horz" wrap="square" lIns="91424" tIns="91424" rIns="91424" bIns="91424" rtlCol="0" anchor="t" anchorCtr="0">
            <a:noAutofit/>
          </a:bodyPr>
          <a:lstStyle/>
          <a:p>
            <a:pPr marL="0" indent="0">
              <a:buNone/>
            </a:pPr>
            <a:r>
              <a:rPr lang="en-US"/>
              <a:t>An example of the two writing tasks:</a:t>
            </a:r>
            <a:endParaRPr/>
          </a:p>
        </p:txBody>
      </p:sp>
      <p:graphicFrame>
        <p:nvGraphicFramePr>
          <p:cNvPr id="115" name="Google Shape;115;p23"/>
          <p:cNvGraphicFramePr/>
          <p:nvPr/>
        </p:nvGraphicFramePr>
        <p:xfrm>
          <a:off x="1776226" y="3199272"/>
          <a:ext cx="8705235" cy="424986"/>
        </p:xfrm>
        <a:graphic>
          <a:graphicData uri="http://schemas.openxmlformats.org/drawingml/2006/table">
            <a:tbl>
              <a:tblPr>
                <a:noFill/>
              </a:tblPr>
              <a:tblGrid>
                <a:gridCol w="263795">
                  <a:extLst>
                    <a:ext uri="{9D8B030D-6E8A-4147-A177-3AD203B41FA5}">
                      <a16:colId xmlns:a16="http://schemas.microsoft.com/office/drawing/2014/main" val="20000"/>
                    </a:ext>
                  </a:extLst>
                </a:gridCol>
                <a:gridCol w="263795">
                  <a:extLst>
                    <a:ext uri="{9D8B030D-6E8A-4147-A177-3AD203B41FA5}">
                      <a16:colId xmlns:a16="http://schemas.microsoft.com/office/drawing/2014/main" val="20001"/>
                    </a:ext>
                  </a:extLst>
                </a:gridCol>
                <a:gridCol w="263795">
                  <a:extLst>
                    <a:ext uri="{9D8B030D-6E8A-4147-A177-3AD203B41FA5}">
                      <a16:colId xmlns:a16="http://schemas.microsoft.com/office/drawing/2014/main" val="20002"/>
                    </a:ext>
                  </a:extLst>
                </a:gridCol>
                <a:gridCol w="263795">
                  <a:extLst>
                    <a:ext uri="{9D8B030D-6E8A-4147-A177-3AD203B41FA5}">
                      <a16:colId xmlns:a16="http://schemas.microsoft.com/office/drawing/2014/main" val="20003"/>
                    </a:ext>
                  </a:extLst>
                </a:gridCol>
                <a:gridCol w="263795">
                  <a:extLst>
                    <a:ext uri="{9D8B030D-6E8A-4147-A177-3AD203B41FA5}">
                      <a16:colId xmlns:a16="http://schemas.microsoft.com/office/drawing/2014/main" val="20004"/>
                    </a:ext>
                  </a:extLst>
                </a:gridCol>
                <a:gridCol w="263795">
                  <a:extLst>
                    <a:ext uri="{9D8B030D-6E8A-4147-A177-3AD203B41FA5}">
                      <a16:colId xmlns:a16="http://schemas.microsoft.com/office/drawing/2014/main" val="20005"/>
                    </a:ext>
                  </a:extLst>
                </a:gridCol>
                <a:gridCol w="263795">
                  <a:extLst>
                    <a:ext uri="{9D8B030D-6E8A-4147-A177-3AD203B41FA5}">
                      <a16:colId xmlns:a16="http://schemas.microsoft.com/office/drawing/2014/main" val="20006"/>
                    </a:ext>
                  </a:extLst>
                </a:gridCol>
                <a:gridCol w="263795">
                  <a:extLst>
                    <a:ext uri="{9D8B030D-6E8A-4147-A177-3AD203B41FA5}">
                      <a16:colId xmlns:a16="http://schemas.microsoft.com/office/drawing/2014/main" val="20007"/>
                    </a:ext>
                  </a:extLst>
                </a:gridCol>
                <a:gridCol w="263795">
                  <a:extLst>
                    <a:ext uri="{9D8B030D-6E8A-4147-A177-3AD203B41FA5}">
                      <a16:colId xmlns:a16="http://schemas.microsoft.com/office/drawing/2014/main" val="20008"/>
                    </a:ext>
                  </a:extLst>
                </a:gridCol>
                <a:gridCol w="263795">
                  <a:extLst>
                    <a:ext uri="{9D8B030D-6E8A-4147-A177-3AD203B41FA5}">
                      <a16:colId xmlns:a16="http://schemas.microsoft.com/office/drawing/2014/main" val="20009"/>
                    </a:ext>
                  </a:extLst>
                </a:gridCol>
                <a:gridCol w="263795">
                  <a:extLst>
                    <a:ext uri="{9D8B030D-6E8A-4147-A177-3AD203B41FA5}">
                      <a16:colId xmlns:a16="http://schemas.microsoft.com/office/drawing/2014/main" val="20010"/>
                    </a:ext>
                  </a:extLst>
                </a:gridCol>
                <a:gridCol w="263795">
                  <a:extLst>
                    <a:ext uri="{9D8B030D-6E8A-4147-A177-3AD203B41FA5}">
                      <a16:colId xmlns:a16="http://schemas.microsoft.com/office/drawing/2014/main" val="20011"/>
                    </a:ext>
                  </a:extLst>
                </a:gridCol>
                <a:gridCol w="263795">
                  <a:extLst>
                    <a:ext uri="{9D8B030D-6E8A-4147-A177-3AD203B41FA5}">
                      <a16:colId xmlns:a16="http://schemas.microsoft.com/office/drawing/2014/main" val="20012"/>
                    </a:ext>
                  </a:extLst>
                </a:gridCol>
                <a:gridCol w="263795">
                  <a:extLst>
                    <a:ext uri="{9D8B030D-6E8A-4147-A177-3AD203B41FA5}">
                      <a16:colId xmlns:a16="http://schemas.microsoft.com/office/drawing/2014/main" val="20013"/>
                    </a:ext>
                  </a:extLst>
                </a:gridCol>
                <a:gridCol w="263795">
                  <a:extLst>
                    <a:ext uri="{9D8B030D-6E8A-4147-A177-3AD203B41FA5}">
                      <a16:colId xmlns:a16="http://schemas.microsoft.com/office/drawing/2014/main" val="20014"/>
                    </a:ext>
                  </a:extLst>
                </a:gridCol>
                <a:gridCol w="263795">
                  <a:extLst>
                    <a:ext uri="{9D8B030D-6E8A-4147-A177-3AD203B41FA5}">
                      <a16:colId xmlns:a16="http://schemas.microsoft.com/office/drawing/2014/main" val="20015"/>
                    </a:ext>
                  </a:extLst>
                </a:gridCol>
                <a:gridCol w="263795">
                  <a:extLst>
                    <a:ext uri="{9D8B030D-6E8A-4147-A177-3AD203B41FA5}">
                      <a16:colId xmlns:a16="http://schemas.microsoft.com/office/drawing/2014/main" val="20016"/>
                    </a:ext>
                  </a:extLst>
                </a:gridCol>
                <a:gridCol w="263795">
                  <a:extLst>
                    <a:ext uri="{9D8B030D-6E8A-4147-A177-3AD203B41FA5}">
                      <a16:colId xmlns:a16="http://schemas.microsoft.com/office/drawing/2014/main" val="20017"/>
                    </a:ext>
                  </a:extLst>
                </a:gridCol>
                <a:gridCol w="263795">
                  <a:extLst>
                    <a:ext uri="{9D8B030D-6E8A-4147-A177-3AD203B41FA5}">
                      <a16:colId xmlns:a16="http://schemas.microsoft.com/office/drawing/2014/main" val="20018"/>
                    </a:ext>
                  </a:extLst>
                </a:gridCol>
                <a:gridCol w="263795">
                  <a:extLst>
                    <a:ext uri="{9D8B030D-6E8A-4147-A177-3AD203B41FA5}">
                      <a16:colId xmlns:a16="http://schemas.microsoft.com/office/drawing/2014/main" val="20019"/>
                    </a:ext>
                  </a:extLst>
                </a:gridCol>
                <a:gridCol w="263795">
                  <a:extLst>
                    <a:ext uri="{9D8B030D-6E8A-4147-A177-3AD203B41FA5}">
                      <a16:colId xmlns:a16="http://schemas.microsoft.com/office/drawing/2014/main" val="20020"/>
                    </a:ext>
                  </a:extLst>
                </a:gridCol>
                <a:gridCol w="263795">
                  <a:extLst>
                    <a:ext uri="{9D8B030D-6E8A-4147-A177-3AD203B41FA5}">
                      <a16:colId xmlns:a16="http://schemas.microsoft.com/office/drawing/2014/main" val="20021"/>
                    </a:ext>
                  </a:extLst>
                </a:gridCol>
                <a:gridCol w="263795">
                  <a:extLst>
                    <a:ext uri="{9D8B030D-6E8A-4147-A177-3AD203B41FA5}">
                      <a16:colId xmlns:a16="http://schemas.microsoft.com/office/drawing/2014/main" val="20022"/>
                    </a:ext>
                  </a:extLst>
                </a:gridCol>
                <a:gridCol w="263795">
                  <a:extLst>
                    <a:ext uri="{9D8B030D-6E8A-4147-A177-3AD203B41FA5}">
                      <a16:colId xmlns:a16="http://schemas.microsoft.com/office/drawing/2014/main" val="20023"/>
                    </a:ext>
                  </a:extLst>
                </a:gridCol>
                <a:gridCol w="263795">
                  <a:extLst>
                    <a:ext uri="{9D8B030D-6E8A-4147-A177-3AD203B41FA5}">
                      <a16:colId xmlns:a16="http://schemas.microsoft.com/office/drawing/2014/main" val="20024"/>
                    </a:ext>
                  </a:extLst>
                </a:gridCol>
                <a:gridCol w="263795">
                  <a:extLst>
                    <a:ext uri="{9D8B030D-6E8A-4147-A177-3AD203B41FA5}">
                      <a16:colId xmlns:a16="http://schemas.microsoft.com/office/drawing/2014/main" val="20025"/>
                    </a:ext>
                  </a:extLst>
                </a:gridCol>
                <a:gridCol w="263795">
                  <a:extLst>
                    <a:ext uri="{9D8B030D-6E8A-4147-A177-3AD203B41FA5}">
                      <a16:colId xmlns:a16="http://schemas.microsoft.com/office/drawing/2014/main" val="20026"/>
                    </a:ext>
                  </a:extLst>
                </a:gridCol>
                <a:gridCol w="263795">
                  <a:extLst>
                    <a:ext uri="{9D8B030D-6E8A-4147-A177-3AD203B41FA5}">
                      <a16:colId xmlns:a16="http://schemas.microsoft.com/office/drawing/2014/main" val="20027"/>
                    </a:ext>
                  </a:extLst>
                </a:gridCol>
                <a:gridCol w="263795">
                  <a:extLst>
                    <a:ext uri="{9D8B030D-6E8A-4147-A177-3AD203B41FA5}">
                      <a16:colId xmlns:a16="http://schemas.microsoft.com/office/drawing/2014/main" val="20028"/>
                    </a:ext>
                  </a:extLst>
                </a:gridCol>
                <a:gridCol w="263795">
                  <a:extLst>
                    <a:ext uri="{9D8B030D-6E8A-4147-A177-3AD203B41FA5}">
                      <a16:colId xmlns:a16="http://schemas.microsoft.com/office/drawing/2014/main" val="20029"/>
                    </a:ext>
                  </a:extLst>
                </a:gridCol>
                <a:gridCol w="263795">
                  <a:extLst>
                    <a:ext uri="{9D8B030D-6E8A-4147-A177-3AD203B41FA5}">
                      <a16:colId xmlns:a16="http://schemas.microsoft.com/office/drawing/2014/main" val="20030"/>
                    </a:ext>
                  </a:extLst>
                </a:gridCol>
                <a:gridCol w="263795">
                  <a:extLst>
                    <a:ext uri="{9D8B030D-6E8A-4147-A177-3AD203B41FA5}">
                      <a16:colId xmlns:a16="http://schemas.microsoft.com/office/drawing/2014/main" val="20031"/>
                    </a:ext>
                  </a:extLst>
                </a:gridCol>
                <a:gridCol w="263795">
                  <a:extLst>
                    <a:ext uri="{9D8B030D-6E8A-4147-A177-3AD203B41FA5}">
                      <a16:colId xmlns:a16="http://schemas.microsoft.com/office/drawing/2014/main" val="20032"/>
                    </a:ext>
                  </a:extLst>
                </a:gridCol>
              </a:tblGrid>
              <a:tr h="424986">
                <a:tc>
                  <a:txBody>
                    <a:bodyPr/>
                    <a:lstStyle/>
                    <a:p>
                      <a:pPr marL="0" marR="0" lvl="0" indent="0" algn="l" rtl="0">
                        <a:lnSpc>
                          <a:spcPct val="100000"/>
                        </a:lnSpc>
                        <a:spcBef>
                          <a:spcPts val="0"/>
                        </a:spcBef>
                        <a:spcAft>
                          <a:spcPts val="0"/>
                        </a:spcAft>
                        <a:buClr>
                          <a:schemeClr val="dk1"/>
                        </a:buClr>
                        <a:buSzPts val="2600"/>
                        <a:buFont typeface="Helvetica Neue"/>
                        <a:buNone/>
                      </a:pPr>
                      <a:r>
                        <a:rPr lang="en-US" sz="1800" u="none" strike="noStrike" cap="none"/>
                        <a:t>M</a:t>
                      </a:r>
                      <a:endParaRPr sz="1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2600"/>
                        <a:buFont typeface="Helvetica Neue"/>
                        <a:buNone/>
                      </a:pPr>
                      <a:r>
                        <a:rPr lang="en-US" sz="1800" u="none" strike="noStrike" cap="none"/>
                        <a:t>o</a:t>
                      </a:r>
                      <a:endParaRPr sz="1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2600"/>
                        <a:buFont typeface="Helvetica Neue"/>
                        <a:buNone/>
                      </a:pPr>
                      <a:r>
                        <a:rPr lang="en-US" sz="1800" u="none" strike="noStrike" cap="none"/>
                        <a:t>r</a:t>
                      </a:r>
                      <a:endParaRPr sz="1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2600"/>
                        <a:buFont typeface="Helvetica Neue"/>
                        <a:buNone/>
                      </a:pPr>
                      <a:r>
                        <a:rPr lang="en-US" sz="1800" u="none" strike="noStrike" cap="none"/>
                        <a:t>e</a:t>
                      </a:r>
                      <a:endParaRPr sz="1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2600"/>
                        <a:buFont typeface="Helvetica Neue"/>
                        <a:buNone/>
                      </a:pPr>
                      <a:r>
                        <a:rPr lang="en-US" sz="1800" u="none" strike="noStrike" cap="none"/>
                        <a:t>P</a:t>
                      </a:r>
                      <a:endParaRPr sz="1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2600"/>
                        <a:buFont typeface="Helvetica Neue"/>
                        <a:buNone/>
                      </a:pPr>
                      <a:r>
                        <a:rPr lang="en-US" sz="1800" u="none" strike="noStrike" cap="none"/>
                        <a:t>r</a:t>
                      </a:r>
                      <a:endParaRPr sz="1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2600"/>
                        <a:buFont typeface="Helvetica Neue"/>
                        <a:buNone/>
                      </a:pPr>
                      <a:r>
                        <a:rPr lang="en-US" sz="1800" u="none" strike="noStrike" cap="none"/>
                        <a:t>o</a:t>
                      </a:r>
                      <a:endParaRPr sz="1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2600"/>
                        <a:buFont typeface="Helvetica Neue"/>
                        <a:buNone/>
                      </a:pPr>
                      <a:r>
                        <a:rPr lang="en-US" sz="1800" u="none" strike="noStrike" cap="none"/>
                        <a:t>c</a:t>
                      </a:r>
                      <a:endParaRPr sz="1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2600"/>
                        <a:buFont typeface="Helvetica Neue"/>
                        <a:buNone/>
                      </a:pPr>
                      <a:r>
                        <a:rPr lang="en-US" sz="1800" u="none" strike="noStrike" cap="none"/>
                        <a:t>e</a:t>
                      </a:r>
                      <a:endParaRPr sz="1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2600"/>
                        <a:buFont typeface="Helvetica Neue"/>
                        <a:buNone/>
                      </a:pPr>
                      <a:r>
                        <a:rPr lang="en-US" sz="1800" u="none" strike="noStrike" cap="none"/>
                        <a:t>s</a:t>
                      </a:r>
                      <a:endParaRPr sz="1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2600"/>
                        <a:buFont typeface="Helvetica Neue"/>
                        <a:buNone/>
                      </a:pPr>
                      <a:r>
                        <a:rPr lang="en-US" sz="1800" u="none" strike="noStrike" cap="none"/>
                        <a:t>s</a:t>
                      </a:r>
                      <a:endParaRPr sz="1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2600"/>
                        <a:buFont typeface="Helvetica Neue"/>
                        <a:buNone/>
                      </a:pPr>
                      <a:r>
                        <a:rPr lang="en-US" sz="1800" u="none" strike="noStrike" cap="none"/>
                        <a:t>o</a:t>
                      </a:r>
                      <a:endParaRPr sz="1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2600"/>
                        <a:buFont typeface="Helvetica Neue"/>
                        <a:buNone/>
                      </a:pPr>
                      <a:r>
                        <a:rPr lang="en-US" sz="1800" u="none" strike="noStrike" cap="none"/>
                        <a:t>r</a:t>
                      </a:r>
                      <a:endParaRPr sz="1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2600"/>
                        <a:buFont typeface="Helvetica Neue"/>
                        <a:buNone/>
                      </a:pPr>
                      <a:r>
                        <a:rPr lang="en-US" sz="1800" u="none" strike="noStrike" cap="none"/>
                        <a:t>s</a:t>
                      </a:r>
                      <a:endParaRPr sz="1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2600"/>
                        <a:buFont typeface="Helvetica Neue"/>
                        <a:buNone/>
                      </a:pPr>
                      <a:r>
                        <a:rPr lang="en-US" sz="1800" u="none" strike="noStrike" cap="none"/>
                        <a:t>A</a:t>
                      </a:r>
                      <a:endParaRPr sz="1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2600"/>
                        <a:buFont typeface="Helvetica Neue"/>
                        <a:buNone/>
                      </a:pPr>
                      <a:r>
                        <a:rPr lang="en-US" sz="1800" u="none" strike="noStrike" cap="none"/>
                        <a:t>r</a:t>
                      </a:r>
                      <a:endParaRPr sz="1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2600"/>
                        <a:buFont typeface="Helvetica Neue"/>
                        <a:buNone/>
                      </a:pPr>
                      <a:r>
                        <a:rPr lang="en-US" sz="1800" u="none" strike="noStrike" cap="none"/>
                        <a:t>e</a:t>
                      </a:r>
                      <a:endParaRPr sz="1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2600"/>
                        <a:buFont typeface="Helvetica Neue"/>
                        <a:buNone/>
                      </a:pPr>
                      <a:r>
                        <a:rPr lang="en-US" sz="1800" u="none" strike="noStrike" cap="none"/>
                        <a:t>N</a:t>
                      </a:r>
                      <a:endParaRPr sz="1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2600"/>
                        <a:buFont typeface="Helvetica Neue"/>
                        <a:buNone/>
                      </a:pPr>
                      <a:r>
                        <a:rPr lang="en-US" sz="1800" u="none" strike="noStrike" cap="none"/>
                        <a:t>o</a:t>
                      </a:r>
                      <a:endParaRPr sz="1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2600"/>
                        <a:buFont typeface="Helvetica Neue"/>
                        <a:buNone/>
                      </a:pPr>
                      <a:r>
                        <a:rPr lang="en-US" sz="1800" u="none" strike="noStrike" cap="none"/>
                        <a:t>t</a:t>
                      </a:r>
                      <a:endParaRPr sz="1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2600"/>
                        <a:buFont typeface="Helvetica Neue"/>
                        <a:buNone/>
                      </a:pPr>
                      <a:r>
                        <a:rPr lang="en-US" sz="1800" u="none" strike="noStrike" cap="none"/>
                        <a:t>A</a:t>
                      </a:r>
                      <a:endParaRPr sz="1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2600"/>
                        <a:buFont typeface="Helvetica Neue"/>
                        <a:buNone/>
                      </a:pPr>
                      <a:r>
                        <a:rPr lang="en-US" sz="1800" u="none" strike="noStrike" cap="none"/>
                        <a:t>l</a:t>
                      </a:r>
                      <a:endParaRPr sz="1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2600"/>
                        <a:buFont typeface="Helvetica Neue"/>
                        <a:buNone/>
                      </a:pPr>
                      <a:r>
                        <a:rPr lang="en-US" sz="1800" u="none" strike="noStrike" cap="none"/>
                        <a:t>w</a:t>
                      </a:r>
                      <a:endParaRPr sz="1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2600"/>
                        <a:buFont typeface="Helvetica Neue"/>
                        <a:buNone/>
                      </a:pPr>
                      <a:r>
                        <a:rPr lang="en-US" sz="1800" u="none" strike="noStrike" cap="none"/>
                        <a:t>a</a:t>
                      </a:r>
                      <a:endParaRPr sz="1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2600"/>
                        <a:buFont typeface="Helvetica Neue"/>
                        <a:buNone/>
                      </a:pPr>
                      <a:r>
                        <a:rPr lang="en-US" sz="1800" u="none" strike="noStrike" cap="none"/>
                        <a:t>y</a:t>
                      </a:r>
                      <a:endParaRPr sz="1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2600"/>
                        <a:buFont typeface="Helvetica Neue"/>
                        <a:buNone/>
                      </a:pPr>
                      <a:r>
                        <a:rPr lang="en-US" sz="1800" u="none" strike="noStrike" cap="none"/>
                        <a:t>s</a:t>
                      </a:r>
                      <a:endParaRPr sz="1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2600"/>
                        <a:buFont typeface="Helvetica Neue"/>
                        <a:buNone/>
                      </a:pPr>
                      <a:r>
                        <a:rPr lang="en-US" sz="1800" u="none" strike="noStrike" cap="none"/>
                        <a:t>T</a:t>
                      </a:r>
                      <a:endParaRPr sz="1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2600"/>
                        <a:buFont typeface="Helvetica Neue"/>
                        <a:buNone/>
                      </a:pPr>
                      <a:r>
                        <a:rPr lang="en-US" sz="1800" u="none" strike="noStrike" cap="none"/>
                        <a:t>h</a:t>
                      </a:r>
                      <a:endParaRPr sz="1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2600"/>
                        <a:buFont typeface="Helvetica Neue"/>
                        <a:buNone/>
                      </a:pPr>
                      <a:r>
                        <a:rPr lang="en-US" sz="1800" u="none" strike="noStrike" cap="none"/>
                        <a:t>e</a:t>
                      </a:r>
                      <a:endParaRPr sz="1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2600"/>
                        <a:buFont typeface="Helvetica Neue"/>
                        <a:buNone/>
                      </a:pPr>
                      <a:r>
                        <a:rPr lang="en-US" sz="1800" u="none" strike="noStrike" cap="none"/>
                        <a:t>B</a:t>
                      </a:r>
                      <a:endParaRPr sz="1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2600"/>
                        <a:buFont typeface="Helvetica Neue"/>
                        <a:buNone/>
                      </a:pPr>
                      <a:r>
                        <a:rPr lang="en-US" sz="1800" u="none" strike="noStrike" cap="none"/>
                        <a:t>e</a:t>
                      </a:r>
                      <a:endParaRPr sz="1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2600"/>
                        <a:buFont typeface="Helvetica Neue"/>
                        <a:buNone/>
                      </a:pPr>
                      <a:r>
                        <a:rPr lang="en-US" sz="1800" u="none" strike="noStrike" cap="none"/>
                        <a:t>s</a:t>
                      </a:r>
                      <a:endParaRPr sz="1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2600"/>
                        <a:buFont typeface="Helvetica Neue"/>
                        <a:buNone/>
                      </a:pPr>
                      <a:r>
                        <a:rPr lang="en-US" sz="1800" u="none" strike="noStrike" cap="none"/>
                        <a:t>t</a:t>
                      </a:r>
                      <a:endParaRPr sz="1800" u="none" strike="noStrike" cap="none">
                        <a:latin typeface="Arial"/>
                        <a:ea typeface="Arial"/>
                        <a:cs typeface="Arial"/>
                        <a:sym typeface="Arial"/>
                      </a:endParaRPr>
                    </a:p>
                  </a:txBody>
                  <a:tcPr marL="64283" marR="64283" marT="64283" marB="64283"/>
                </a:tc>
                <a:extLst>
                  <a:ext uri="{0D108BD9-81ED-4DB2-BD59-A6C34878D82A}">
                    <a16:rowId xmlns:a16="http://schemas.microsoft.com/office/drawing/2014/main" val="10000"/>
                  </a:ext>
                </a:extLst>
              </a:tr>
            </a:tbl>
          </a:graphicData>
        </a:graphic>
      </p:graphicFrame>
      <p:graphicFrame>
        <p:nvGraphicFramePr>
          <p:cNvPr id="116" name="Google Shape;116;p23"/>
          <p:cNvGraphicFramePr/>
          <p:nvPr/>
        </p:nvGraphicFramePr>
        <p:xfrm>
          <a:off x="1774319" y="3899753"/>
          <a:ext cx="8708700" cy="327076"/>
        </p:xfrm>
        <a:graphic>
          <a:graphicData uri="http://schemas.openxmlformats.org/drawingml/2006/table">
            <a:tbl>
              <a:tblPr>
                <a:noFill/>
              </a:tblPr>
              <a:tblGrid>
                <a:gridCol w="263900">
                  <a:extLst>
                    <a:ext uri="{9D8B030D-6E8A-4147-A177-3AD203B41FA5}">
                      <a16:colId xmlns:a16="http://schemas.microsoft.com/office/drawing/2014/main" val="20000"/>
                    </a:ext>
                  </a:extLst>
                </a:gridCol>
                <a:gridCol w="263900">
                  <a:extLst>
                    <a:ext uri="{9D8B030D-6E8A-4147-A177-3AD203B41FA5}">
                      <a16:colId xmlns:a16="http://schemas.microsoft.com/office/drawing/2014/main" val="20001"/>
                    </a:ext>
                  </a:extLst>
                </a:gridCol>
                <a:gridCol w="263900">
                  <a:extLst>
                    <a:ext uri="{9D8B030D-6E8A-4147-A177-3AD203B41FA5}">
                      <a16:colId xmlns:a16="http://schemas.microsoft.com/office/drawing/2014/main" val="20002"/>
                    </a:ext>
                  </a:extLst>
                </a:gridCol>
                <a:gridCol w="263900">
                  <a:extLst>
                    <a:ext uri="{9D8B030D-6E8A-4147-A177-3AD203B41FA5}">
                      <a16:colId xmlns:a16="http://schemas.microsoft.com/office/drawing/2014/main" val="20003"/>
                    </a:ext>
                  </a:extLst>
                </a:gridCol>
                <a:gridCol w="263900">
                  <a:extLst>
                    <a:ext uri="{9D8B030D-6E8A-4147-A177-3AD203B41FA5}">
                      <a16:colId xmlns:a16="http://schemas.microsoft.com/office/drawing/2014/main" val="20004"/>
                    </a:ext>
                  </a:extLst>
                </a:gridCol>
                <a:gridCol w="263900">
                  <a:extLst>
                    <a:ext uri="{9D8B030D-6E8A-4147-A177-3AD203B41FA5}">
                      <a16:colId xmlns:a16="http://schemas.microsoft.com/office/drawing/2014/main" val="20005"/>
                    </a:ext>
                  </a:extLst>
                </a:gridCol>
                <a:gridCol w="263900">
                  <a:extLst>
                    <a:ext uri="{9D8B030D-6E8A-4147-A177-3AD203B41FA5}">
                      <a16:colId xmlns:a16="http://schemas.microsoft.com/office/drawing/2014/main" val="20006"/>
                    </a:ext>
                  </a:extLst>
                </a:gridCol>
                <a:gridCol w="263900">
                  <a:extLst>
                    <a:ext uri="{9D8B030D-6E8A-4147-A177-3AD203B41FA5}">
                      <a16:colId xmlns:a16="http://schemas.microsoft.com/office/drawing/2014/main" val="20007"/>
                    </a:ext>
                  </a:extLst>
                </a:gridCol>
                <a:gridCol w="263900">
                  <a:extLst>
                    <a:ext uri="{9D8B030D-6E8A-4147-A177-3AD203B41FA5}">
                      <a16:colId xmlns:a16="http://schemas.microsoft.com/office/drawing/2014/main" val="20008"/>
                    </a:ext>
                  </a:extLst>
                </a:gridCol>
                <a:gridCol w="263900">
                  <a:extLst>
                    <a:ext uri="{9D8B030D-6E8A-4147-A177-3AD203B41FA5}">
                      <a16:colId xmlns:a16="http://schemas.microsoft.com/office/drawing/2014/main" val="20009"/>
                    </a:ext>
                  </a:extLst>
                </a:gridCol>
                <a:gridCol w="263900">
                  <a:extLst>
                    <a:ext uri="{9D8B030D-6E8A-4147-A177-3AD203B41FA5}">
                      <a16:colId xmlns:a16="http://schemas.microsoft.com/office/drawing/2014/main" val="20010"/>
                    </a:ext>
                  </a:extLst>
                </a:gridCol>
                <a:gridCol w="263900">
                  <a:extLst>
                    <a:ext uri="{9D8B030D-6E8A-4147-A177-3AD203B41FA5}">
                      <a16:colId xmlns:a16="http://schemas.microsoft.com/office/drawing/2014/main" val="20011"/>
                    </a:ext>
                  </a:extLst>
                </a:gridCol>
                <a:gridCol w="263900">
                  <a:extLst>
                    <a:ext uri="{9D8B030D-6E8A-4147-A177-3AD203B41FA5}">
                      <a16:colId xmlns:a16="http://schemas.microsoft.com/office/drawing/2014/main" val="20012"/>
                    </a:ext>
                  </a:extLst>
                </a:gridCol>
                <a:gridCol w="263900">
                  <a:extLst>
                    <a:ext uri="{9D8B030D-6E8A-4147-A177-3AD203B41FA5}">
                      <a16:colId xmlns:a16="http://schemas.microsoft.com/office/drawing/2014/main" val="20013"/>
                    </a:ext>
                  </a:extLst>
                </a:gridCol>
                <a:gridCol w="263900">
                  <a:extLst>
                    <a:ext uri="{9D8B030D-6E8A-4147-A177-3AD203B41FA5}">
                      <a16:colId xmlns:a16="http://schemas.microsoft.com/office/drawing/2014/main" val="20014"/>
                    </a:ext>
                  </a:extLst>
                </a:gridCol>
                <a:gridCol w="263900">
                  <a:extLst>
                    <a:ext uri="{9D8B030D-6E8A-4147-A177-3AD203B41FA5}">
                      <a16:colId xmlns:a16="http://schemas.microsoft.com/office/drawing/2014/main" val="20015"/>
                    </a:ext>
                  </a:extLst>
                </a:gridCol>
                <a:gridCol w="263900">
                  <a:extLst>
                    <a:ext uri="{9D8B030D-6E8A-4147-A177-3AD203B41FA5}">
                      <a16:colId xmlns:a16="http://schemas.microsoft.com/office/drawing/2014/main" val="20016"/>
                    </a:ext>
                  </a:extLst>
                </a:gridCol>
                <a:gridCol w="263900">
                  <a:extLst>
                    <a:ext uri="{9D8B030D-6E8A-4147-A177-3AD203B41FA5}">
                      <a16:colId xmlns:a16="http://schemas.microsoft.com/office/drawing/2014/main" val="20017"/>
                    </a:ext>
                  </a:extLst>
                </a:gridCol>
                <a:gridCol w="263900">
                  <a:extLst>
                    <a:ext uri="{9D8B030D-6E8A-4147-A177-3AD203B41FA5}">
                      <a16:colId xmlns:a16="http://schemas.microsoft.com/office/drawing/2014/main" val="20018"/>
                    </a:ext>
                  </a:extLst>
                </a:gridCol>
                <a:gridCol w="263900">
                  <a:extLst>
                    <a:ext uri="{9D8B030D-6E8A-4147-A177-3AD203B41FA5}">
                      <a16:colId xmlns:a16="http://schemas.microsoft.com/office/drawing/2014/main" val="20019"/>
                    </a:ext>
                  </a:extLst>
                </a:gridCol>
                <a:gridCol w="263900">
                  <a:extLst>
                    <a:ext uri="{9D8B030D-6E8A-4147-A177-3AD203B41FA5}">
                      <a16:colId xmlns:a16="http://schemas.microsoft.com/office/drawing/2014/main" val="20020"/>
                    </a:ext>
                  </a:extLst>
                </a:gridCol>
                <a:gridCol w="263900">
                  <a:extLst>
                    <a:ext uri="{9D8B030D-6E8A-4147-A177-3AD203B41FA5}">
                      <a16:colId xmlns:a16="http://schemas.microsoft.com/office/drawing/2014/main" val="20021"/>
                    </a:ext>
                  </a:extLst>
                </a:gridCol>
                <a:gridCol w="263900">
                  <a:extLst>
                    <a:ext uri="{9D8B030D-6E8A-4147-A177-3AD203B41FA5}">
                      <a16:colId xmlns:a16="http://schemas.microsoft.com/office/drawing/2014/main" val="20022"/>
                    </a:ext>
                  </a:extLst>
                </a:gridCol>
                <a:gridCol w="263900">
                  <a:extLst>
                    <a:ext uri="{9D8B030D-6E8A-4147-A177-3AD203B41FA5}">
                      <a16:colId xmlns:a16="http://schemas.microsoft.com/office/drawing/2014/main" val="20023"/>
                    </a:ext>
                  </a:extLst>
                </a:gridCol>
                <a:gridCol w="263900">
                  <a:extLst>
                    <a:ext uri="{9D8B030D-6E8A-4147-A177-3AD203B41FA5}">
                      <a16:colId xmlns:a16="http://schemas.microsoft.com/office/drawing/2014/main" val="20024"/>
                    </a:ext>
                  </a:extLst>
                </a:gridCol>
                <a:gridCol w="263900">
                  <a:extLst>
                    <a:ext uri="{9D8B030D-6E8A-4147-A177-3AD203B41FA5}">
                      <a16:colId xmlns:a16="http://schemas.microsoft.com/office/drawing/2014/main" val="20025"/>
                    </a:ext>
                  </a:extLst>
                </a:gridCol>
                <a:gridCol w="263900">
                  <a:extLst>
                    <a:ext uri="{9D8B030D-6E8A-4147-A177-3AD203B41FA5}">
                      <a16:colId xmlns:a16="http://schemas.microsoft.com/office/drawing/2014/main" val="20026"/>
                    </a:ext>
                  </a:extLst>
                </a:gridCol>
                <a:gridCol w="263900">
                  <a:extLst>
                    <a:ext uri="{9D8B030D-6E8A-4147-A177-3AD203B41FA5}">
                      <a16:colId xmlns:a16="http://schemas.microsoft.com/office/drawing/2014/main" val="20027"/>
                    </a:ext>
                  </a:extLst>
                </a:gridCol>
                <a:gridCol w="263900">
                  <a:extLst>
                    <a:ext uri="{9D8B030D-6E8A-4147-A177-3AD203B41FA5}">
                      <a16:colId xmlns:a16="http://schemas.microsoft.com/office/drawing/2014/main" val="20028"/>
                    </a:ext>
                  </a:extLst>
                </a:gridCol>
                <a:gridCol w="263900">
                  <a:extLst>
                    <a:ext uri="{9D8B030D-6E8A-4147-A177-3AD203B41FA5}">
                      <a16:colId xmlns:a16="http://schemas.microsoft.com/office/drawing/2014/main" val="20029"/>
                    </a:ext>
                  </a:extLst>
                </a:gridCol>
                <a:gridCol w="263900">
                  <a:extLst>
                    <a:ext uri="{9D8B030D-6E8A-4147-A177-3AD203B41FA5}">
                      <a16:colId xmlns:a16="http://schemas.microsoft.com/office/drawing/2014/main" val="20030"/>
                    </a:ext>
                  </a:extLst>
                </a:gridCol>
                <a:gridCol w="263900">
                  <a:extLst>
                    <a:ext uri="{9D8B030D-6E8A-4147-A177-3AD203B41FA5}">
                      <a16:colId xmlns:a16="http://schemas.microsoft.com/office/drawing/2014/main" val="20031"/>
                    </a:ext>
                  </a:extLst>
                </a:gridCol>
                <a:gridCol w="263900">
                  <a:extLst>
                    <a:ext uri="{9D8B030D-6E8A-4147-A177-3AD203B41FA5}">
                      <a16:colId xmlns:a16="http://schemas.microsoft.com/office/drawing/2014/main" val="20032"/>
                    </a:ext>
                  </a:extLst>
                </a:gridCol>
              </a:tblGrid>
              <a:tr h="327076">
                <a:tc>
                  <a:txBody>
                    <a:bodyPr/>
                    <a:lstStyle/>
                    <a:p>
                      <a:pPr marL="0" marR="0" lvl="0" indent="0" algn="l" rtl="0">
                        <a:lnSpc>
                          <a:spcPct val="100000"/>
                        </a:lnSpc>
                        <a:spcBef>
                          <a:spcPts val="0"/>
                        </a:spcBef>
                        <a:spcAft>
                          <a:spcPts val="0"/>
                        </a:spcAft>
                        <a:buClr>
                          <a:schemeClr val="dk1"/>
                        </a:buClr>
                        <a:buSzPts val="1200"/>
                        <a:buFont typeface="Helvetica Neue"/>
                        <a:buNone/>
                      </a:pPr>
                      <a:r>
                        <a:rPr lang="en-US" sz="800" u="none" strike="noStrike" cap="none"/>
                        <a:t>0</a:t>
                      </a:r>
                      <a:endParaRPr sz="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1200"/>
                        <a:buFont typeface="Helvetica Neue"/>
                        <a:buNone/>
                      </a:pPr>
                      <a:r>
                        <a:rPr lang="en-US" sz="800" u="none" strike="noStrike" cap="none"/>
                        <a:t>1</a:t>
                      </a:r>
                      <a:endParaRPr sz="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1200"/>
                        <a:buFont typeface="Helvetica Neue"/>
                        <a:buNone/>
                      </a:pPr>
                      <a:r>
                        <a:rPr lang="en-US" sz="800" u="none" strike="noStrike" cap="none"/>
                        <a:t>2</a:t>
                      </a:r>
                      <a:endParaRPr sz="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1200"/>
                        <a:buFont typeface="Helvetica Neue"/>
                        <a:buNone/>
                      </a:pPr>
                      <a:r>
                        <a:rPr lang="en-US" sz="800" u="none" strike="noStrike" cap="none"/>
                        <a:t>3</a:t>
                      </a:r>
                      <a:endParaRPr sz="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1200"/>
                        <a:buFont typeface="Helvetica Neue"/>
                        <a:buNone/>
                      </a:pPr>
                      <a:r>
                        <a:rPr lang="en-US" sz="800" u="none" strike="noStrike" cap="none"/>
                        <a:t>4</a:t>
                      </a:r>
                      <a:endParaRPr sz="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1200"/>
                        <a:buFont typeface="Helvetica Neue"/>
                        <a:buNone/>
                      </a:pPr>
                      <a:r>
                        <a:rPr lang="en-US" sz="800" u="none" strike="noStrike" cap="none"/>
                        <a:t>5</a:t>
                      </a:r>
                      <a:endParaRPr sz="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1200"/>
                        <a:buFont typeface="Helvetica Neue"/>
                        <a:buNone/>
                      </a:pPr>
                      <a:r>
                        <a:rPr lang="en-US" sz="800" u="none" strike="noStrike" cap="none"/>
                        <a:t>6</a:t>
                      </a:r>
                      <a:endParaRPr sz="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1200"/>
                        <a:buFont typeface="Helvetica Neue"/>
                        <a:buNone/>
                      </a:pPr>
                      <a:r>
                        <a:rPr lang="en-US" sz="800" u="none" strike="noStrike" cap="none"/>
                        <a:t>7</a:t>
                      </a:r>
                      <a:endParaRPr sz="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1200"/>
                        <a:buFont typeface="Helvetica Neue"/>
                        <a:buNone/>
                      </a:pPr>
                      <a:r>
                        <a:rPr lang="en-US" sz="800" u="none" strike="noStrike" cap="none"/>
                        <a:t>8</a:t>
                      </a:r>
                      <a:endParaRPr sz="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1200"/>
                        <a:buFont typeface="Helvetica Neue"/>
                        <a:buNone/>
                      </a:pPr>
                      <a:r>
                        <a:rPr lang="en-US" sz="800" u="none" strike="noStrike" cap="none"/>
                        <a:t>9</a:t>
                      </a:r>
                      <a:endParaRPr sz="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1200"/>
                        <a:buFont typeface="Helvetica Neue"/>
                        <a:buNone/>
                      </a:pPr>
                      <a:r>
                        <a:rPr lang="en-US" sz="800" u="none" strike="noStrike" cap="none"/>
                        <a:t>10</a:t>
                      </a:r>
                      <a:endParaRPr sz="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1200"/>
                        <a:buFont typeface="Helvetica Neue"/>
                        <a:buNone/>
                      </a:pPr>
                      <a:r>
                        <a:rPr lang="en-US" sz="800" u="none" strike="noStrike" cap="none"/>
                        <a:t>11</a:t>
                      </a:r>
                      <a:endParaRPr sz="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1200"/>
                        <a:buFont typeface="Helvetica Neue"/>
                        <a:buNone/>
                      </a:pPr>
                      <a:r>
                        <a:rPr lang="en-US" sz="800" u="none" strike="noStrike" cap="none"/>
                        <a:t>12</a:t>
                      </a:r>
                      <a:endParaRPr sz="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1200"/>
                        <a:buFont typeface="Helvetica Neue"/>
                        <a:buNone/>
                      </a:pPr>
                      <a:r>
                        <a:rPr lang="en-US" sz="800" u="none" strike="noStrike" cap="none"/>
                        <a:t>13</a:t>
                      </a:r>
                      <a:endParaRPr sz="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1200"/>
                        <a:buFont typeface="Helvetica Neue"/>
                        <a:buNone/>
                      </a:pPr>
                      <a:r>
                        <a:rPr lang="en-US" sz="800" u="none" strike="noStrike" cap="none"/>
                        <a:t>14</a:t>
                      </a:r>
                      <a:endParaRPr sz="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1200"/>
                        <a:buFont typeface="Helvetica Neue"/>
                        <a:buNone/>
                      </a:pPr>
                      <a:r>
                        <a:rPr lang="en-US" sz="800" u="none" strike="noStrike" cap="none"/>
                        <a:t>15</a:t>
                      </a:r>
                      <a:endParaRPr sz="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1200"/>
                        <a:buFont typeface="Helvetica Neue"/>
                        <a:buNone/>
                      </a:pPr>
                      <a:r>
                        <a:rPr lang="en-US" sz="800" u="none" strike="noStrike" cap="none"/>
                        <a:t>16</a:t>
                      </a:r>
                      <a:endParaRPr sz="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1200"/>
                        <a:buFont typeface="Helvetica Neue"/>
                        <a:buNone/>
                      </a:pPr>
                      <a:r>
                        <a:rPr lang="en-US" sz="800" u="none" strike="noStrike" cap="none"/>
                        <a:t>17</a:t>
                      </a:r>
                      <a:endParaRPr sz="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1200"/>
                        <a:buFont typeface="Helvetica Neue"/>
                        <a:buNone/>
                      </a:pPr>
                      <a:r>
                        <a:rPr lang="en-US" sz="800" u="none" strike="noStrike" cap="none"/>
                        <a:t>18</a:t>
                      </a:r>
                      <a:endParaRPr sz="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1200"/>
                        <a:buFont typeface="Helvetica Neue"/>
                        <a:buNone/>
                      </a:pPr>
                      <a:r>
                        <a:rPr lang="en-US" sz="800" u="none" strike="noStrike" cap="none"/>
                        <a:t>19</a:t>
                      </a:r>
                      <a:endParaRPr sz="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1200"/>
                        <a:buFont typeface="Helvetica Neue"/>
                        <a:buNone/>
                      </a:pPr>
                      <a:r>
                        <a:rPr lang="en-US" sz="800" u="none" strike="noStrike" cap="none"/>
                        <a:t>20</a:t>
                      </a:r>
                      <a:endParaRPr sz="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1200"/>
                        <a:buFont typeface="Helvetica Neue"/>
                        <a:buNone/>
                      </a:pPr>
                      <a:r>
                        <a:rPr lang="en-US" sz="800" u="none" strike="noStrike" cap="none"/>
                        <a:t>21</a:t>
                      </a:r>
                      <a:endParaRPr sz="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1200"/>
                        <a:buFont typeface="Helvetica Neue"/>
                        <a:buNone/>
                      </a:pPr>
                      <a:r>
                        <a:rPr lang="en-US" sz="800" u="none" strike="noStrike" cap="none"/>
                        <a:t>22</a:t>
                      </a:r>
                      <a:endParaRPr sz="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1200"/>
                        <a:buFont typeface="Helvetica Neue"/>
                        <a:buNone/>
                      </a:pPr>
                      <a:r>
                        <a:rPr lang="en-US" sz="800" u="none" strike="noStrike" cap="none"/>
                        <a:t>23</a:t>
                      </a:r>
                      <a:endParaRPr sz="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1200"/>
                        <a:buFont typeface="Helvetica Neue"/>
                        <a:buNone/>
                      </a:pPr>
                      <a:r>
                        <a:rPr lang="en-US" sz="800" u="none" strike="noStrike" cap="none"/>
                        <a:t>24</a:t>
                      </a:r>
                      <a:endParaRPr sz="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1200"/>
                        <a:buFont typeface="Helvetica Neue"/>
                        <a:buNone/>
                      </a:pPr>
                      <a:r>
                        <a:rPr lang="en-US" sz="800" u="none" strike="noStrike" cap="none"/>
                        <a:t>25</a:t>
                      </a:r>
                      <a:endParaRPr sz="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1200"/>
                        <a:buFont typeface="Helvetica Neue"/>
                        <a:buNone/>
                      </a:pPr>
                      <a:r>
                        <a:rPr lang="en-US" sz="800" u="none" strike="noStrike" cap="none"/>
                        <a:t>26</a:t>
                      </a:r>
                      <a:endParaRPr sz="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1200"/>
                        <a:buFont typeface="Helvetica Neue"/>
                        <a:buNone/>
                      </a:pPr>
                      <a:r>
                        <a:rPr lang="en-US" sz="800" u="none" strike="noStrike" cap="none"/>
                        <a:t>27</a:t>
                      </a:r>
                      <a:endParaRPr sz="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1200"/>
                        <a:buFont typeface="Helvetica Neue"/>
                        <a:buNone/>
                      </a:pPr>
                      <a:r>
                        <a:rPr lang="en-US" sz="800" u="none" strike="noStrike" cap="none"/>
                        <a:t>28</a:t>
                      </a:r>
                      <a:endParaRPr sz="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1200"/>
                        <a:buFont typeface="Helvetica Neue"/>
                        <a:buNone/>
                      </a:pPr>
                      <a:r>
                        <a:rPr lang="en-US" sz="800" u="none" strike="noStrike" cap="none"/>
                        <a:t>29</a:t>
                      </a:r>
                      <a:endParaRPr sz="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1200"/>
                        <a:buFont typeface="Helvetica Neue"/>
                        <a:buNone/>
                      </a:pPr>
                      <a:r>
                        <a:rPr lang="en-US" sz="800" u="none" strike="noStrike" cap="none"/>
                        <a:t>30</a:t>
                      </a:r>
                      <a:endParaRPr sz="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1200"/>
                        <a:buFont typeface="Helvetica Neue"/>
                        <a:buNone/>
                      </a:pPr>
                      <a:r>
                        <a:rPr lang="en-US" sz="800" u="none" strike="noStrike" cap="none"/>
                        <a:t>31</a:t>
                      </a:r>
                      <a:endParaRPr sz="800" u="none" strike="noStrike" cap="none">
                        <a:latin typeface="Arial"/>
                        <a:ea typeface="Arial"/>
                        <a:cs typeface="Arial"/>
                        <a:sym typeface="Arial"/>
                      </a:endParaRPr>
                    </a:p>
                  </a:txBody>
                  <a:tcPr marL="64283" marR="64283" marT="64283" marB="64283"/>
                </a:tc>
                <a:tc>
                  <a:txBody>
                    <a:bodyPr/>
                    <a:lstStyle/>
                    <a:p>
                      <a:pPr marL="0" marR="0" lvl="0" indent="0" algn="l" rtl="0">
                        <a:lnSpc>
                          <a:spcPct val="100000"/>
                        </a:lnSpc>
                        <a:spcBef>
                          <a:spcPts val="0"/>
                        </a:spcBef>
                        <a:spcAft>
                          <a:spcPts val="0"/>
                        </a:spcAft>
                        <a:buClr>
                          <a:schemeClr val="dk1"/>
                        </a:buClr>
                        <a:buSzPts val="1200"/>
                        <a:buFont typeface="Helvetica Neue"/>
                        <a:buNone/>
                      </a:pPr>
                      <a:r>
                        <a:rPr lang="en-US" sz="800" u="none" strike="noStrike" cap="none"/>
                        <a:t>32</a:t>
                      </a:r>
                      <a:endParaRPr sz="800" u="none" strike="noStrike" cap="none">
                        <a:latin typeface="Arial"/>
                        <a:ea typeface="Arial"/>
                        <a:cs typeface="Arial"/>
                        <a:sym typeface="Arial"/>
                      </a:endParaRPr>
                    </a:p>
                  </a:txBody>
                  <a:tcPr marL="64283" marR="64283" marT="64283" marB="64283"/>
                </a:tc>
                <a:extLst>
                  <a:ext uri="{0D108BD9-81ED-4DB2-BD59-A6C34878D82A}">
                    <a16:rowId xmlns:a16="http://schemas.microsoft.com/office/drawing/2014/main" val="10000"/>
                  </a:ext>
                </a:extLst>
              </a:tr>
            </a:tbl>
          </a:graphicData>
        </a:graphic>
      </p:graphicFrame>
      <p:sp>
        <p:nvSpPr>
          <p:cNvPr id="117" name="Google Shape;117;p23"/>
          <p:cNvSpPr txBox="1"/>
          <p:nvPr/>
        </p:nvSpPr>
        <p:spPr>
          <a:xfrm>
            <a:off x="2906450" y="4872425"/>
            <a:ext cx="6444600" cy="1872597"/>
          </a:xfrm>
          <a:prstGeom prst="rect">
            <a:avLst/>
          </a:prstGeom>
          <a:noFill/>
          <a:ln>
            <a:noFill/>
          </a:ln>
        </p:spPr>
        <p:txBody>
          <a:bodyPr spcFirstLastPara="1" wrap="square" lIns="91424" tIns="91424" rIns="91424" bIns="91424" anchor="t" anchorCtr="0">
            <a:noAutofit/>
          </a:bodyPr>
          <a:lstStyle/>
          <a:p>
            <a:pPr>
              <a:buClr>
                <a:srgbClr val="000000"/>
              </a:buClr>
              <a:buSzPts val="2600"/>
            </a:pPr>
            <a:r>
              <a:rPr lang="en-US" sz="1828">
                <a:solidFill>
                  <a:srgbClr val="000000"/>
                </a:solidFill>
                <a:latin typeface="Arial"/>
                <a:ea typeface="Arial"/>
                <a:cs typeface="Arial"/>
                <a:sym typeface="Arial"/>
              </a:rPr>
              <a:t>The above two tasks can be timed either in serial or in parallel in one of the activity phases.</a:t>
            </a:r>
            <a:endParaRPr sz="1828">
              <a:solidFill>
                <a:srgbClr val="000000"/>
              </a:solidFill>
              <a:latin typeface="Arial"/>
              <a:ea typeface="Arial"/>
              <a:cs typeface="Arial"/>
              <a:sym typeface="Arial"/>
            </a:endParaRPr>
          </a:p>
          <a:p>
            <a:pPr>
              <a:buClr>
                <a:srgbClr val="000000"/>
              </a:buClr>
              <a:buSzPts val="2600"/>
            </a:pPr>
            <a:endParaRPr sz="1828">
              <a:solidFill>
                <a:srgbClr val="000000"/>
              </a:solidFill>
              <a:latin typeface="Arial"/>
              <a:ea typeface="Arial"/>
              <a:cs typeface="Arial"/>
              <a:sym typeface="Arial"/>
            </a:endParaRPr>
          </a:p>
          <a:p>
            <a:pPr>
              <a:buClr>
                <a:srgbClr val="0070C0"/>
              </a:buClr>
              <a:buSzPts val="2600"/>
            </a:pPr>
            <a:r>
              <a:rPr lang="en-US" sz="1828">
                <a:solidFill>
                  <a:srgbClr val="0070C0"/>
                </a:solidFill>
                <a:latin typeface="Arial"/>
                <a:ea typeface="Arial"/>
                <a:cs typeface="Arial"/>
                <a:sym typeface="Arial"/>
              </a:rPr>
              <a:t>NOTE: all processors (participants) are provided their own local buffer to work on. Thus, all processors (participants will work on their own sheets of paper).</a:t>
            </a:r>
            <a:endParaRPr sz="1828">
              <a:solidFill>
                <a:srgbClr val="0070C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4"/>
          <p:cNvSpPr txBox="1">
            <a:spLocks noGrp="1"/>
          </p:cNvSpPr>
          <p:nvPr>
            <p:ph type="title"/>
          </p:nvPr>
        </p:nvSpPr>
        <p:spPr>
          <a:xfrm>
            <a:off x="1835700" y="649774"/>
            <a:ext cx="8520600" cy="882422"/>
          </a:xfrm>
          <a:prstGeom prst="rect">
            <a:avLst/>
          </a:prstGeom>
          <a:noFill/>
          <a:ln>
            <a:noFill/>
          </a:ln>
        </p:spPr>
        <p:txBody>
          <a:bodyPr spcFirstLastPara="1" vert="horz" wrap="square" lIns="91424" tIns="91424" rIns="91424" bIns="91424" rtlCol="0" anchor="t" anchorCtr="0">
            <a:noAutofit/>
          </a:bodyPr>
          <a:lstStyle/>
          <a:p>
            <a:pPr algn="ctr">
              <a:buSzPts val="3198"/>
            </a:pPr>
            <a:r>
              <a:rPr lang="en-US" sz="2249"/>
              <a:t>Unplugged activity 1 description cont’d...</a:t>
            </a:r>
            <a:endParaRPr/>
          </a:p>
        </p:txBody>
      </p:sp>
      <p:sp>
        <p:nvSpPr>
          <p:cNvPr id="123" name="Google Shape;123;p24"/>
          <p:cNvSpPr txBox="1">
            <a:spLocks noGrp="1"/>
          </p:cNvSpPr>
          <p:nvPr>
            <p:ph type="body" idx="1"/>
          </p:nvPr>
        </p:nvSpPr>
        <p:spPr>
          <a:xfrm>
            <a:off x="1835700" y="2422800"/>
            <a:ext cx="3999901" cy="3577800"/>
          </a:xfrm>
          <a:prstGeom prst="rect">
            <a:avLst/>
          </a:prstGeom>
          <a:noFill/>
          <a:ln w="9525" cap="flat" cmpd="sng">
            <a:solidFill>
              <a:srgbClr val="FFC000"/>
            </a:solidFill>
            <a:prstDash val="solid"/>
            <a:round/>
            <a:headEnd type="none" w="sm" len="sm"/>
            <a:tailEnd type="none" w="sm" len="sm"/>
          </a:ln>
        </p:spPr>
        <p:txBody>
          <a:bodyPr spcFirstLastPara="1" vert="horz" wrap="square" lIns="91424" tIns="91424" rIns="91424" bIns="91424" rtlCol="0" anchor="t" anchorCtr="0">
            <a:noAutofit/>
          </a:bodyPr>
          <a:lstStyle/>
          <a:p>
            <a:pPr marL="0" indent="0">
              <a:lnSpc>
                <a:spcPct val="105000"/>
              </a:lnSpc>
              <a:buSzPts val="2284"/>
              <a:buNone/>
            </a:pPr>
            <a:r>
              <a:rPr lang="en-US" sz="1606"/>
              <a:t>Participant 1 - acts as a processor to perform</a:t>
            </a:r>
            <a:endParaRPr/>
          </a:p>
          <a:p>
            <a:pPr marL="0" indent="0">
              <a:lnSpc>
                <a:spcPct val="105000"/>
              </a:lnSpc>
              <a:spcBef>
                <a:spcPts val="1969"/>
              </a:spcBef>
              <a:buSzPts val="2284"/>
              <a:buNone/>
            </a:pPr>
            <a:r>
              <a:rPr lang="en-US" sz="1606"/>
              <a:t>Task 1: writing a sentence (</a:t>
            </a:r>
            <a:r>
              <a:rPr lang="en-US" sz="1606" b="1"/>
              <a:t>more processors are not always the best</a:t>
            </a:r>
            <a:r>
              <a:rPr lang="en-US" sz="1606"/>
              <a:t>), interleaved character by character with </a:t>
            </a:r>
            <a:endParaRPr/>
          </a:p>
          <a:p>
            <a:pPr marL="0" indent="0">
              <a:lnSpc>
                <a:spcPct val="105000"/>
              </a:lnSpc>
              <a:spcBef>
                <a:spcPts val="1969"/>
              </a:spcBef>
              <a:buSzPts val="2284"/>
              <a:buNone/>
            </a:pPr>
            <a:r>
              <a:rPr lang="en-US" sz="1606"/>
              <a:t>Task 2: assigning a numeric value as an index (</a:t>
            </a:r>
            <a:r>
              <a:rPr lang="en-US" sz="1606" b="1"/>
              <a:t>0,1,...32</a:t>
            </a:r>
            <a:r>
              <a:rPr lang="en-US" sz="1606"/>
              <a:t>) to each character in the written sentence, interleaved with Task 1, number by number </a:t>
            </a:r>
            <a:endParaRPr/>
          </a:p>
        </p:txBody>
      </p:sp>
      <p:sp>
        <p:nvSpPr>
          <p:cNvPr id="124" name="Google Shape;124;p24"/>
          <p:cNvSpPr txBox="1">
            <a:spLocks noGrp="1"/>
          </p:cNvSpPr>
          <p:nvPr>
            <p:ph type="body" idx="2"/>
          </p:nvPr>
        </p:nvSpPr>
        <p:spPr>
          <a:xfrm>
            <a:off x="6356400" y="2423075"/>
            <a:ext cx="3999901" cy="3577800"/>
          </a:xfrm>
          <a:prstGeom prst="rect">
            <a:avLst/>
          </a:prstGeom>
          <a:noFill/>
          <a:ln w="9525" cap="flat" cmpd="sng">
            <a:solidFill>
              <a:srgbClr val="92D050"/>
            </a:solidFill>
            <a:prstDash val="solid"/>
            <a:round/>
            <a:headEnd type="none" w="sm" len="sm"/>
            <a:tailEnd type="none" w="sm" len="sm"/>
          </a:ln>
        </p:spPr>
        <p:txBody>
          <a:bodyPr spcFirstLastPara="1" vert="horz" wrap="square" lIns="91424" tIns="91424" rIns="91424" bIns="91424" rtlCol="0" anchor="t" anchorCtr="0">
            <a:noAutofit/>
          </a:bodyPr>
          <a:lstStyle/>
          <a:p>
            <a:pPr marL="0" indent="0">
              <a:lnSpc>
                <a:spcPct val="115000"/>
              </a:lnSpc>
              <a:spcBef>
                <a:spcPts val="0"/>
              </a:spcBef>
              <a:buClr>
                <a:srgbClr val="666666"/>
              </a:buClr>
              <a:buSzPts val="2600"/>
              <a:buNone/>
            </a:pPr>
            <a:r>
              <a:rPr lang="en-US"/>
              <a:t>Participant 2</a:t>
            </a:r>
            <a:r>
              <a:rPr lang="en-US" b="0"/>
              <a:t> - times the tasks performed by participant 1.</a:t>
            </a:r>
            <a:endParaRPr/>
          </a:p>
          <a:p>
            <a:pPr marL="0" indent="0">
              <a:lnSpc>
                <a:spcPct val="115000"/>
              </a:lnSpc>
              <a:spcBef>
                <a:spcPts val="2109"/>
              </a:spcBef>
              <a:buClr>
                <a:srgbClr val="666666"/>
              </a:buClr>
              <a:buSzPts val="2600"/>
              <a:buNone/>
            </a:pPr>
            <a:r>
              <a:rPr lang="en-US"/>
              <a:t>Compares performance with Sequential Phase</a:t>
            </a:r>
            <a:endParaRPr/>
          </a:p>
        </p:txBody>
      </p:sp>
      <p:sp>
        <p:nvSpPr>
          <p:cNvPr id="125" name="Google Shape;125;p24"/>
          <p:cNvSpPr txBox="1"/>
          <p:nvPr/>
        </p:nvSpPr>
        <p:spPr>
          <a:xfrm>
            <a:off x="1903500" y="1747800"/>
            <a:ext cx="8385000" cy="459671"/>
          </a:xfrm>
          <a:prstGeom prst="rect">
            <a:avLst/>
          </a:prstGeom>
          <a:noFill/>
          <a:ln>
            <a:noFill/>
          </a:ln>
        </p:spPr>
        <p:txBody>
          <a:bodyPr spcFirstLastPara="1" wrap="square" lIns="91424" tIns="91424" rIns="91424" bIns="91424" anchor="t" anchorCtr="0">
            <a:noAutofit/>
          </a:bodyPr>
          <a:lstStyle/>
          <a:p>
            <a:pPr algn="ctr">
              <a:lnSpc>
                <a:spcPct val="115000"/>
              </a:lnSpc>
              <a:buClr>
                <a:srgbClr val="666666"/>
              </a:buClr>
              <a:buSzPts val="2600"/>
            </a:pPr>
            <a:r>
              <a:rPr lang="en-US" sz="1828" b="1">
                <a:solidFill>
                  <a:srgbClr val="666666"/>
                </a:solidFill>
                <a:latin typeface="Source Code Pro"/>
                <a:ea typeface="Source Code Pro"/>
                <a:cs typeface="Source Code Pro"/>
                <a:sym typeface="Source Code Pro"/>
              </a:rPr>
              <a:t>Uniprocessor Multi Tasking Phase</a:t>
            </a:r>
            <a:endParaRPr sz="1266"/>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5"/>
          <p:cNvSpPr txBox="1">
            <a:spLocks noGrp="1"/>
          </p:cNvSpPr>
          <p:nvPr>
            <p:ph type="title"/>
          </p:nvPr>
        </p:nvSpPr>
        <p:spPr>
          <a:xfrm>
            <a:off x="1835700" y="481535"/>
            <a:ext cx="8520600" cy="854215"/>
          </a:xfrm>
          <a:prstGeom prst="rect">
            <a:avLst/>
          </a:prstGeom>
          <a:noFill/>
          <a:ln>
            <a:noFill/>
          </a:ln>
        </p:spPr>
        <p:txBody>
          <a:bodyPr spcFirstLastPara="1" vert="horz" wrap="square" lIns="91424" tIns="91424" rIns="91424" bIns="91424" rtlCol="0" anchor="t" anchorCtr="0">
            <a:noAutofit/>
          </a:bodyPr>
          <a:lstStyle/>
          <a:p>
            <a:pPr algn="ctr">
              <a:buSzPts val="3120"/>
            </a:pPr>
            <a:r>
              <a:rPr lang="en-US" sz="2194"/>
              <a:t>Unplugged activity 1 description cont’d...</a:t>
            </a:r>
            <a:endParaRPr/>
          </a:p>
        </p:txBody>
      </p:sp>
      <p:sp>
        <p:nvSpPr>
          <p:cNvPr id="131" name="Google Shape;131;p25"/>
          <p:cNvSpPr txBox="1">
            <a:spLocks noGrp="1"/>
          </p:cNvSpPr>
          <p:nvPr>
            <p:ph type="body" idx="1"/>
          </p:nvPr>
        </p:nvSpPr>
        <p:spPr>
          <a:xfrm>
            <a:off x="1690812" y="2422800"/>
            <a:ext cx="2666701" cy="3577800"/>
          </a:xfrm>
          <a:prstGeom prst="rect">
            <a:avLst/>
          </a:prstGeom>
          <a:noFill/>
          <a:ln w="9525" cap="flat" cmpd="sng">
            <a:solidFill>
              <a:srgbClr val="FFC000"/>
            </a:solidFill>
            <a:prstDash val="solid"/>
            <a:round/>
            <a:headEnd type="none" w="sm" len="sm"/>
            <a:tailEnd type="none" w="sm" len="sm"/>
          </a:ln>
        </p:spPr>
        <p:txBody>
          <a:bodyPr spcFirstLastPara="1" vert="horz" wrap="square" lIns="91424" tIns="91424" rIns="91424" bIns="91424" rtlCol="0" anchor="t" anchorCtr="0">
            <a:noAutofit/>
          </a:bodyPr>
          <a:lstStyle/>
          <a:p>
            <a:pPr marL="0" indent="0">
              <a:buNone/>
            </a:pPr>
            <a:r>
              <a:rPr lang="en-US"/>
              <a:t>Participant 1</a:t>
            </a:r>
            <a:r>
              <a:rPr lang="en-US" b="0"/>
              <a:t> - acts as a parallel processor to perform</a:t>
            </a:r>
            <a:endParaRPr/>
          </a:p>
          <a:p>
            <a:pPr marL="0" indent="0">
              <a:spcBef>
                <a:spcPts val="2109"/>
              </a:spcBef>
              <a:buNone/>
            </a:pPr>
            <a:r>
              <a:rPr lang="en-US"/>
              <a:t>Task 1: writing a sentence (</a:t>
            </a:r>
            <a:r>
              <a:rPr lang="en-US" b="1"/>
              <a:t>more processors are not always the best</a:t>
            </a:r>
            <a:r>
              <a:rPr lang="en-US"/>
              <a:t>)</a:t>
            </a:r>
            <a:endParaRPr/>
          </a:p>
        </p:txBody>
      </p:sp>
      <p:sp>
        <p:nvSpPr>
          <p:cNvPr id="132" name="Google Shape;132;p25"/>
          <p:cNvSpPr txBox="1">
            <a:spLocks noGrp="1"/>
          </p:cNvSpPr>
          <p:nvPr>
            <p:ph type="body" idx="2"/>
          </p:nvPr>
        </p:nvSpPr>
        <p:spPr>
          <a:xfrm>
            <a:off x="4678188" y="2422800"/>
            <a:ext cx="3156301" cy="3577800"/>
          </a:xfrm>
          <a:prstGeom prst="rect">
            <a:avLst/>
          </a:prstGeom>
          <a:noFill/>
          <a:ln w="9525" cap="flat" cmpd="sng">
            <a:solidFill>
              <a:srgbClr val="9FE785"/>
            </a:solidFill>
            <a:prstDash val="solid"/>
            <a:round/>
            <a:headEnd type="none" w="sm" len="sm"/>
            <a:tailEnd type="none" w="sm" len="sm"/>
          </a:ln>
        </p:spPr>
        <p:txBody>
          <a:bodyPr spcFirstLastPara="1" vert="horz" wrap="square" lIns="91424" tIns="91424" rIns="91424" bIns="91424" rtlCol="0" anchor="t" anchorCtr="0">
            <a:noAutofit/>
          </a:bodyPr>
          <a:lstStyle/>
          <a:p>
            <a:pPr marL="0" indent="0">
              <a:lnSpc>
                <a:spcPct val="105000"/>
              </a:lnSpc>
              <a:spcBef>
                <a:spcPts val="0"/>
              </a:spcBef>
              <a:buClr>
                <a:srgbClr val="666666"/>
              </a:buClr>
              <a:buSzPts val="2405"/>
              <a:buNone/>
            </a:pPr>
            <a:r>
              <a:rPr lang="en-US" sz="1691"/>
              <a:t>Participant 2 - acts as a parallel processor to perform</a:t>
            </a:r>
            <a:endParaRPr/>
          </a:p>
          <a:p>
            <a:pPr marL="0" indent="0">
              <a:lnSpc>
                <a:spcPct val="105000"/>
              </a:lnSpc>
              <a:spcBef>
                <a:spcPts val="2109"/>
              </a:spcBef>
              <a:buClr>
                <a:srgbClr val="666666"/>
              </a:buClr>
              <a:buSzPts val="2405"/>
              <a:buNone/>
            </a:pPr>
            <a:r>
              <a:rPr lang="en-US" sz="1691"/>
              <a:t>Task 2: assigning a numeric value as an index (</a:t>
            </a:r>
            <a:r>
              <a:rPr lang="en-US" sz="1691" b="1"/>
              <a:t>0,1,...32</a:t>
            </a:r>
            <a:r>
              <a:rPr lang="en-US" sz="1691"/>
              <a:t>) to each character in the written sentence. Starting and ending index values are given. Starts at the same time as Participant 1. </a:t>
            </a:r>
            <a:endParaRPr sz="2081"/>
          </a:p>
        </p:txBody>
      </p:sp>
      <p:sp>
        <p:nvSpPr>
          <p:cNvPr id="133" name="Google Shape;133;p25"/>
          <p:cNvSpPr txBox="1"/>
          <p:nvPr/>
        </p:nvSpPr>
        <p:spPr>
          <a:xfrm>
            <a:off x="1903500" y="1747800"/>
            <a:ext cx="8385000" cy="459671"/>
          </a:xfrm>
          <a:prstGeom prst="rect">
            <a:avLst/>
          </a:prstGeom>
          <a:noFill/>
          <a:ln>
            <a:noFill/>
          </a:ln>
        </p:spPr>
        <p:txBody>
          <a:bodyPr spcFirstLastPara="1" wrap="square" lIns="91424" tIns="91424" rIns="91424" bIns="91424" anchor="t" anchorCtr="0">
            <a:noAutofit/>
          </a:bodyPr>
          <a:lstStyle/>
          <a:p>
            <a:pPr algn="ctr">
              <a:lnSpc>
                <a:spcPct val="115000"/>
              </a:lnSpc>
              <a:buClr>
                <a:srgbClr val="666666"/>
              </a:buClr>
              <a:buSzPts val="2600"/>
            </a:pPr>
            <a:r>
              <a:rPr lang="en-US" sz="1828" b="1">
                <a:solidFill>
                  <a:srgbClr val="666666"/>
                </a:solidFill>
                <a:latin typeface="Source Code Pro"/>
                <a:ea typeface="Source Code Pro"/>
                <a:cs typeface="Source Code Pro"/>
                <a:sym typeface="Source Code Pro"/>
              </a:rPr>
              <a:t>Two Processor Parallel Phase</a:t>
            </a:r>
            <a:endParaRPr sz="1266"/>
          </a:p>
        </p:txBody>
      </p:sp>
      <p:sp>
        <p:nvSpPr>
          <p:cNvPr id="134" name="Google Shape;134;p25"/>
          <p:cNvSpPr txBox="1"/>
          <p:nvPr/>
        </p:nvSpPr>
        <p:spPr>
          <a:xfrm>
            <a:off x="8155163" y="2422800"/>
            <a:ext cx="2415001" cy="3577800"/>
          </a:xfrm>
          <a:prstGeom prst="rect">
            <a:avLst/>
          </a:prstGeom>
          <a:noFill/>
          <a:ln w="12700" cap="flat" cmpd="sng">
            <a:solidFill>
              <a:srgbClr val="00B0F0"/>
            </a:solidFill>
            <a:prstDash val="solid"/>
            <a:miter lim="400000"/>
            <a:headEnd type="none" w="sm" len="sm"/>
            <a:tailEnd type="none" w="sm" len="sm"/>
          </a:ln>
        </p:spPr>
        <p:txBody>
          <a:bodyPr spcFirstLastPara="1" wrap="square" lIns="91424" tIns="91424" rIns="91424" bIns="91424" anchor="t" anchorCtr="0">
            <a:noAutofit/>
          </a:bodyPr>
          <a:lstStyle/>
          <a:p>
            <a:pPr>
              <a:lnSpc>
                <a:spcPct val="95000"/>
              </a:lnSpc>
              <a:buClr>
                <a:srgbClr val="666666"/>
              </a:buClr>
              <a:buSzPts val="2210"/>
            </a:pPr>
            <a:r>
              <a:rPr lang="en-US" sz="1554" b="1">
                <a:solidFill>
                  <a:srgbClr val="666666"/>
                </a:solidFill>
                <a:latin typeface="Source Code Pro"/>
                <a:ea typeface="Source Code Pro"/>
                <a:cs typeface="Source Code Pro"/>
                <a:sym typeface="Source Code Pro"/>
              </a:rPr>
              <a:t>Participant 3</a:t>
            </a:r>
            <a:r>
              <a:rPr lang="en-US" sz="1554">
                <a:solidFill>
                  <a:srgbClr val="666666"/>
                </a:solidFill>
                <a:latin typeface="Source Code Pro"/>
                <a:ea typeface="Source Code Pro"/>
                <a:cs typeface="Source Code Pro"/>
                <a:sym typeface="Source Code Pro"/>
              </a:rPr>
              <a:t> - times the tasks performed by parallel participants 1 and 2. Overall time is calculated as the time of the slower processor.</a:t>
            </a:r>
            <a:endParaRPr sz="1434">
              <a:solidFill>
                <a:srgbClr val="000000"/>
              </a:solidFill>
              <a:latin typeface="Helvetica Neue"/>
              <a:ea typeface="Helvetica Neue"/>
              <a:cs typeface="Helvetica Neue"/>
              <a:sym typeface="Helvetica Neue"/>
            </a:endParaRPr>
          </a:p>
          <a:p>
            <a:pPr>
              <a:lnSpc>
                <a:spcPct val="95000"/>
              </a:lnSpc>
              <a:spcBef>
                <a:spcPts val="2109"/>
              </a:spcBef>
              <a:buClr>
                <a:srgbClr val="666666"/>
              </a:buClr>
              <a:buSzPts val="2210"/>
            </a:pPr>
            <a:r>
              <a:rPr lang="en-US" sz="1554">
                <a:solidFill>
                  <a:srgbClr val="666666"/>
                </a:solidFill>
                <a:latin typeface="Source Code Pro"/>
                <a:ea typeface="Source Code Pro"/>
                <a:cs typeface="Source Code Pro"/>
                <a:sym typeface="Source Code Pro"/>
              </a:rPr>
              <a:t>Compares performance with Sequential Phase and multi-tasking phase</a:t>
            </a:r>
            <a:endParaRPr sz="1266"/>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6"/>
          <p:cNvSpPr txBox="1">
            <a:spLocks noGrp="1"/>
          </p:cNvSpPr>
          <p:nvPr>
            <p:ph type="title"/>
          </p:nvPr>
        </p:nvSpPr>
        <p:spPr>
          <a:xfrm>
            <a:off x="1835700" y="528062"/>
            <a:ext cx="8520600" cy="849272"/>
          </a:xfrm>
          <a:prstGeom prst="rect">
            <a:avLst/>
          </a:prstGeom>
          <a:noFill/>
          <a:ln>
            <a:noFill/>
          </a:ln>
        </p:spPr>
        <p:txBody>
          <a:bodyPr spcFirstLastPara="1" vert="horz" wrap="square" lIns="91424" tIns="91424" rIns="91424" bIns="91424" rtlCol="0" anchor="t" anchorCtr="0">
            <a:noAutofit/>
          </a:bodyPr>
          <a:lstStyle/>
          <a:p>
            <a:pPr algn="ctr">
              <a:buSzPts val="3120"/>
            </a:pPr>
            <a:r>
              <a:rPr lang="en-US" sz="2194"/>
              <a:t>Unplugged activity 1 description cont’d...</a:t>
            </a:r>
            <a:endParaRPr/>
          </a:p>
        </p:txBody>
      </p:sp>
      <p:sp>
        <p:nvSpPr>
          <p:cNvPr id="140" name="Google Shape;140;p26"/>
          <p:cNvSpPr txBox="1">
            <a:spLocks noGrp="1"/>
          </p:cNvSpPr>
          <p:nvPr>
            <p:ph type="body" idx="1"/>
          </p:nvPr>
        </p:nvSpPr>
        <p:spPr>
          <a:xfrm>
            <a:off x="1524000" y="2366850"/>
            <a:ext cx="2666701" cy="1773901"/>
          </a:xfrm>
          <a:prstGeom prst="rect">
            <a:avLst/>
          </a:prstGeom>
          <a:noFill/>
          <a:ln w="9525" cap="flat" cmpd="sng">
            <a:solidFill>
              <a:srgbClr val="FFC000"/>
            </a:solidFill>
            <a:prstDash val="solid"/>
            <a:round/>
            <a:headEnd type="none" w="sm" len="sm"/>
            <a:tailEnd type="none" w="sm" len="sm"/>
          </a:ln>
        </p:spPr>
        <p:txBody>
          <a:bodyPr spcFirstLastPara="1" vert="horz" wrap="square" lIns="91424" tIns="91424" rIns="91424" bIns="91424" rtlCol="0" anchor="t" anchorCtr="0">
            <a:noAutofit/>
          </a:bodyPr>
          <a:lstStyle/>
          <a:p>
            <a:pPr marL="0" indent="0">
              <a:buSzPts val="1800"/>
              <a:buNone/>
            </a:pPr>
            <a:r>
              <a:rPr lang="en-US" sz="1266"/>
              <a:t>Participant 1 - </a:t>
            </a:r>
            <a:endParaRPr/>
          </a:p>
          <a:p>
            <a:pPr marL="0" indent="0">
              <a:spcBef>
                <a:spcPts val="2109"/>
              </a:spcBef>
              <a:buSzPts val="1800"/>
              <a:buNone/>
            </a:pPr>
            <a:r>
              <a:rPr lang="en-US" sz="1266"/>
              <a:t>|(Task 1)/2|: writing a partial sentence (</a:t>
            </a:r>
            <a:r>
              <a:rPr lang="en-US" sz="1266" b="1"/>
              <a:t>more processors are</a:t>
            </a:r>
            <a:r>
              <a:rPr lang="en-US" sz="1266"/>
              <a:t>)</a:t>
            </a:r>
            <a:endParaRPr/>
          </a:p>
        </p:txBody>
      </p:sp>
      <p:sp>
        <p:nvSpPr>
          <p:cNvPr id="141" name="Google Shape;141;p26"/>
          <p:cNvSpPr txBox="1"/>
          <p:nvPr/>
        </p:nvSpPr>
        <p:spPr>
          <a:xfrm>
            <a:off x="7511700" y="2366850"/>
            <a:ext cx="3156301" cy="2124301"/>
          </a:xfrm>
          <a:prstGeom prst="rect">
            <a:avLst/>
          </a:prstGeom>
          <a:noFill/>
          <a:ln w="12700" cap="flat" cmpd="sng">
            <a:solidFill>
              <a:srgbClr val="00B0F0"/>
            </a:solidFill>
            <a:prstDash val="solid"/>
            <a:miter lim="400000"/>
            <a:headEnd type="none" w="sm" len="sm"/>
            <a:tailEnd type="none" w="sm" len="sm"/>
          </a:ln>
        </p:spPr>
        <p:txBody>
          <a:bodyPr spcFirstLastPara="1" wrap="square" lIns="91424" tIns="91424" rIns="91424" bIns="91424" anchor="t" anchorCtr="0">
            <a:noAutofit/>
          </a:bodyPr>
          <a:lstStyle/>
          <a:p>
            <a:pPr>
              <a:lnSpc>
                <a:spcPct val="105000"/>
              </a:lnSpc>
              <a:buClr>
                <a:srgbClr val="666666"/>
              </a:buClr>
              <a:buSzPts val="1800"/>
            </a:pPr>
            <a:r>
              <a:rPr lang="en-US" sz="1266" b="1">
                <a:solidFill>
                  <a:srgbClr val="666666"/>
                </a:solidFill>
                <a:latin typeface="Source Code Pro"/>
                <a:ea typeface="Source Code Pro"/>
                <a:cs typeface="Source Code Pro"/>
                <a:sym typeface="Source Code Pro"/>
              </a:rPr>
              <a:t>Participant 3</a:t>
            </a:r>
            <a:r>
              <a:rPr lang="en-US" sz="1266">
                <a:solidFill>
                  <a:srgbClr val="666666"/>
                </a:solidFill>
                <a:latin typeface="Source Code Pro"/>
                <a:ea typeface="Source Code Pro"/>
                <a:cs typeface="Source Code Pro"/>
                <a:sym typeface="Source Code Pro"/>
              </a:rPr>
              <a:t> - </a:t>
            </a:r>
            <a:endParaRPr sz="1266"/>
          </a:p>
          <a:p>
            <a:pPr>
              <a:lnSpc>
                <a:spcPct val="105000"/>
              </a:lnSpc>
              <a:spcBef>
                <a:spcPts val="1898"/>
              </a:spcBef>
              <a:buClr>
                <a:srgbClr val="666666"/>
              </a:buClr>
              <a:buSzPts val="1800"/>
            </a:pPr>
            <a:r>
              <a:rPr lang="en-US" sz="1266">
                <a:solidFill>
                  <a:srgbClr val="666666"/>
                </a:solidFill>
                <a:latin typeface="Source Code Pro"/>
                <a:ea typeface="Source Code Pro"/>
                <a:cs typeface="Source Code Pro"/>
                <a:sym typeface="Source Code Pro"/>
              </a:rPr>
              <a:t>|(Task 2)/2|: assigning a numeric value as an index (</a:t>
            </a:r>
            <a:r>
              <a:rPr lang="en-US" sz="1266" b="1">
                <a:solidFill>
                  <a:srgbClr val="666666"/>
                </a:solidFill>
                <a:latin typeface="Source Code Pro"/>
                <a:ea typeface="Source Code Pro"/>
                <a:cs typeface="Source Code Pro"/>
                <a:sym typeface="Source Code Pro"/>
              </a:rPr>
              <a:t>starting at 0</a:t>
            </a:r>
            <a:r>
              <a:rPr lang="en-US" sz="1266">
                <a:solidFill>
                  <a:srgbClr val="666666"/>
                </a:solidFill>
                <a:latin typeface="Source Code Pro"/>
                <a:ea typeface="Source Code Pro"/>
                <a:cs typeface="Source Code Pro"/>
                <a:sym typeface="Source Code Pro"/>
              </a:rPr>
              <a:t>) to each character in the partial sentence written by participant 1. Starts with participant 1. Once done sends last index + 1 value to participant 4.</a:t>
            </a:r>
            <a:endParaRPr sz="1266" b="1">
              <a:solidFill>
                <a:srgbClr val="000000"/>
              </a:solidFill>
              <a:latin typeface="Helvetica Neue"/>
              <a:ea typeface="Helvetica Neue"/>
              <a:cs typeface="Helvetica Neue"/>
              <a:sym typeface="Helvetica Neue"/>
            </a:endParaRPr>
          </a:p>
        </p:txBody>
      </p:sp>
      <p:sp>
        <p:nvSpPr>
          <p:cNvPr id="142" name="Google Shape;142;p26"/>
          <p:cNvSpPr txBox="1"/>
          <p:nvPr/>
        </p:nvSpPr>
        <p:spPr>
          <a:xfrm>
            <a:off x="1903500" y="1475852"/>
            <a:ext cx="8385000" cy="459671"/>
          </a:xfrm>
          <a:prstGeom prst="rect">
            <a:avLst/>
          </a:prstGeom>
          <a:noFill/>
          <a:ln>
            <a:noFill/>
          </a:ln>
        </p:spPr>
        <p:txBody>
          <a:bodyPr spcFirstLastPara="1" wrap="square" lIns="91424" tIns="91424" rIns="91424" bIns="91424" anchor="t" anchorCtr="0">
            <a:noAutofit/>
          </a:bodyPr>
          <a:lstStyle/>
          <a:p>
            <a:pPr algn="ctr">
              <a:lnSpc>
                <a:spcPct val="115000"/>
              </a:lnSpc>
              <a:buClr>
                <a:srgbClr val="666666"/>
              </a:buClr>
              <a:buSzPts val="2600"/>
            </a:pPr>
            <a:r>
              <a:rPr lang="en-US" sz="1828" b="1">
                <a:solidFill>
                  <a:srgbClr val="666666"/>
                </a:solidFill>
                <a:latin typeface="Source Code Pro"/>
                <a:ea typeface="Source Code Pro"/>
                <a:cs typeface="Source Code Pro"/>
                <a:sym typeface="Source Code Pro"/>
              </a:rPr>
              <a:t>Multi Processor Parallel Phase</a:t>
            </a:r>
            <a:endParaRPr sz="1266"/>
          </a:p>
        </p:txBody>
      </p:sp>
      <p:sp>
        <p:nvSpPr>
          <p:cNvPr id="143" name="Google Shape;143;p26"/>
          <p:cNvSpPr txBox="1"/>
          <p:nvPr/>
        </p:nvSpPr>
        <p:spPr>
          <a:xfrm>
            <a:off x="6194642" y="4524905"/>
            <a:ext cx="4371001" cy="1714305"/>
          </a:xfrm>
          <a:prstGeom prst="rect">
            <a:avLst/>
          </a:prstGeom>
          <a:noFill/>
          <a:ln w="12700" cap="flat" cmpd="sng">
            <a:solidFill>
              <a:srgbClr val="F59EC9"/>
            </a:solidFill>
            <a:prstDash val="solid"/>
            <a:miter lim="400000"/>
            <a:headEnd type="none" w="sm" len="sm"/>
            <a:tailEnd type="none" w="sm" len="sm"/>
          </a:ln>
        </p:spPr>
        <p:txBody>
          <a:bodyPr spcFirstLastPara="1" wrap="square" lIns="91424" tIns="91424" rIns="91424" bIns="91424" anchor="t" anchorCtr="0">
            <a:noAutofit/>
          </a:bodyPr>
          <a:lstStyle/>
          <a:p>
            <a:pPr>
              <a:lnSpc>
                <a:spcPct val="115000"/>
              </a:lnSpc>
              <a:buClr>
                <a:srgbClr val="666666"/>
              </a:buClr>
              <a:buSzPts val="1800"/>
            </a:pPr>
            <a:r>
              <a:rPr lang="en-US" sz="1266" b="1">
                <a:solidFill>
                  <a:srgbClr val="666666"/>
                </a:solidFill>
                <a:latin typeface="Source Code Pro"/>
                <a:ea typeface="Source Code Pro"/>
                <a:cs typeface="Source Code Pro"/>
                <a:sym typeface="Source Code Pro"/>
              </a:rPr>
              <a:t>Participant 5</a:t>
            </a:r>
            <a:r>
              <a:rPr lang="en-US" sz="984">
                <a:solidFill>
                  <a:srgbClr val="666666"/>
                </a:solidFill>
                <a:latin typeface="Source Code Pro"/>
                <a:ea typeface="Source Code Pro"/>
                <a:cs typeface="Source Code Pro"/>
                <a:sym typeface="Source Code Pro"/>
              </a:rPr>
              <a:t> </a:t>
            </a:r>
            <a:r>
              <a:rPr lang="en-US" sz="1266">
                <a:solidFill>
                  <a:srgbClr val="666666"/>
                </a:solidFill>
                <a:latin typeface="Source Code Pro"/>
                <a:ea typeface="Source Code Pro"/>
                <a:cs typeface="Source Code Pro"/>
                <a:sym typeface="Source Code Pro"/>
              </a:rPr>
              <a:t>- times the tasks performed by parallel participants. Overall time is calculated as the time of the slowest processor</a:t>
            </a:r>
            <a:endParaRPr sz="1266">
              <a:solidFill>
                <a:srgbClr val="000000"/>
              </a:solidFill>
              <a:latin typeface="Helvetica Neue"/>
              <a:ea typeface="Helvetica Neue"/>
              <a:cs typeface="Helvetica Neue"/>
              <a:sym typeface="Helvetica Neue"/>
            </a:endParaRPr>
          </a:p>
          <a:p>
            <a:pPr>
              <a:lnSpc>
                <a:spcPct val="115000"/>
              </a:lnSpc>
              <a:spcBef>
                <a:spcPts val="1617"/>
              </a:spcBef>
              <a:buClr>
                <a:srgbClr val="666666"/>
              </a:buClr>
              <a:buSzPts val="1800"/>
            </a:pPr>
            <a:r>
              <a:rPr lang="en-US" sz="1266">
                <a:solidFill>
                  <a:srgbClr val="666666"/>
                </a:solidFill>
                <a:latin typeface="Source Code Pro"/>
                <a:ea typeface="Source Code Pro"/>
                <a:cs typeface="Source Code Pro"/>
                <a:sym typeface="Source Code Pro"/>
              </a:rPr>
              <a:t>Compares performance with Sequential Phase and multi-tasking phase and previous parallel scenario.</a:t>
            </a:r>
            <a:endParaRPr sz="1266"/>
          </a:p>
        </p:txBody>
      </p:sp>
      <p:sp>
        <p:nvSpPr>
          <p:cNvPr id="144" name="Google Shape;144;p26"/>
          <p:cNvSpPr txBox="1"/>
          <p:nvPr/>
        </p:nvSpPr>
        <p:spPr>
          <a:xfrm>
            <a:off x="4517850" y="2366850"/>
            <a:ext cx="2666701" cy="1829701"/>
          </a:xfrm>
          <a:prstGeom prst="rect">
            <a:avLst/>
          </a:prstGeom>
          <a:noFill/>
          <a:ln w="12700" cap="flat" cmpd="sng">
            <a:solidFill>
              <a:srgbClr val="92D050"/>
            </a:solidFill>
            <a:prstDash val="solid"/>
            <a:miter lim="400000"/>
            <a:headEnd type="none" w="sm" len="sm"/>
            <a:tailEnd type="none" w="sm" len="sm"/>
          </a:ln>
        </p:spPr>
        <p:txBody>
          <a:bodyPr spcFirstLastPara="1" wrap="square" lIns="91424" tIns="91424" rIns="91424" bIns="91424" anchor="t" anchorCtr="0">
            <a:noAutofit/>
          </a:bodyPr>
          <a:lstStyle/>
          <a:p>
            <a:pPr>
              <a:lnSpc>
                <a:spcPct val="115000"/>
              </a:lnSpc>
              <a:buClr>
                <a:srgbClr val="666666"/>
              </a:buClr>
              <a:buSzPts val="1800"/>
            </a:pPr>
            <a:r>
              <a:rPr lang="en-US" sz="1266" b="1">
                <a:solidFill>
                  <a:srgbClr val="666666"/>
                </a:solidFill>
                <a:latin typeface="Source Code Pro"/>
                <a:ea typeface="Source Code Pro"/>
                <a:cs typeface="Source Code Pro"/>
                <a:sym typeface="Source Code Pro"/>
              </a:rPr>
              <a:t>Participant 2</a:t>
            </a:r>
            <a:r>
              <a:rPr lang="en-US" sz="1266">
                <a:solidFill>
                  <a:srgbClr val="666666"/>
                </a:solidFill>
                <a:latin typeface="Source Code Pro"/>
                <a:ea typeface="Source Code Pro"/>
                <a:cs typeface="Source Code Pro"/>
                <a:sym typeface="Source Code Pro"/>
              </a:rPr>
              <a:t> - </a:t>
            </a:r>
            <a:endParaRPr sz="1266"/>
          </a:p>
          <a:p>
            <a:pPr>
              <a:lnSpc>
                <a:spcPct val="115000"/>
              </a:lnSpc>
              <a:spcBef>
                <a:spcPts val="2109"/>
              </a:spcBef>
              <a:buClr>
                <a:srgbClr val="666666"/>
              </a:buClr>
              <a:buSzPts val="1800"/>
            </a:pPr>
            <a:r>
              <a:rPr lang="en-US" sz="1266">
                <a:solidFill>
                  <a:srgbClr val="666666"/>
                </a:solidFill>
                <a:latin typeface="Source Code Pro"/>
                <a:ea typeface="Source Code Pro"/>
                <a:cs typeface="Source Code Pro"/>
                <a:sym typeface="Source Code Pro"/>
              </a:rPr>
              <a:t>|(Task 1)/2|: writing a partial sentence (</a:t>
            </a:r>
            <a:r>
              <a:rPr lang="en-US" sz="1266" b="1">
                <a:solidFill>
                  <a:srgbClr val="666666"/>
                </a:solidFill>
                <a:latin typeface="Source Code Pro"/>
                <a:ea typeface="Source Code Pro"/>
                <a:cs typeface="Source Code Pro"/>
                <a:sym typeface="Source Code Pro"/>
              </a:rPr>
              <a:t>not always the best</a:t>
            </a:r>
            <a:r>
              <a:rPr lang="en-US" sz="1266">
                <a:solidFill>
                  <a:srgbClr val="666666"/>
                </a:solidFill>
                <a:latin typeface="Source Code Pro"/>
                <a:ea typeface="Source Code Pro"/>
                <a:cs typeface="Source Code Pro"/>
                <a:sym typeface="Source Code Pro"/>
              </a:rPr>
              <a:t>), starts at the same time as participant 1.</a:t>
            </a:r>
            <a:endParaRPr sz="1266" b="1">
              <a:solidFill>
                <a:srgbClr val="000000"/>
              </a:solidFill>
              <a:latin typeface="Helvetica Neue"/>
              <a:ea typeface="Helvetica Neue"/>
              <a:cs typeface="Helvetica Neue"/>
              <a:sym typeface="Helvetica Neue"/>
            </a:endParaRPr>
          </a:p>
        </p:txBody>
      </p:sp>
      <p:sp>
        <p:nvSpPr>
          <p:cNvPr id="145" name="Google Shape;145;p26"/>
          <p:cNvSpPr txBox="1">
            <a:spLocks noGrp="1"/>
          </p:cNvSpPr>
          <p:nvPr>
            <p:ph type="body" idx="2"/>
          </p:nvPr>
        </p:nvSpPr>
        <p:spPr>
          <a:xfrm>
            <a:off x="1570526" y="4355929"/>
            <a:ext cx="4371001" cy="1974009"/>
          </a:xfrm>
          <a:prstGeom prst="rect">
            <a:avLst/>
          </a:prstGeom>
          <a:noFill/>
          <a:ln w="9525" cap="flat" cmpd="sng">
            <a:solidFill>
              <a:srgbClr val="FFFF00"/>
            </a:solidFill>
            <a:prstDash val="solid"/>
            <a:round/>
            <a:headEnd type="none" w="sm" len="sm"/>
            <a:tailEnd type="none" w="sm" len="sm"/>
          </a:ln>
        </p:spPr>
        <p:txBody>
          <a:bodyPr spcFirstLastPara="1" vert="horz" wrap="square" lIns="91424" tIns="91424" rIns="91424" bIns="91424" rtlCol="0" anchor="t" anchorCtr="0">
            <a:noAutofit/>
          </a:bodyPr>
          <a:lstStyle/>
          <a:p>
            <a:pPr marL="0" indent="0">
              <a:lnSpc>
                <a:spcPct val="115000"/>
              </a:lnSpc>
              <a:spcBef>
                <a:spcPts val="0"/>
              </a:spcBef>
              <a:buClr>
                <a:srgbClr val="666666"/>
              </a:buClr>
              <a:buSzPts val="1800"/>
              <a:buNone/>
            </a:pPr>
            <a:r>
              <a:rPr lang="en-US" sz="1266"/>
              <a:t>Participant 4 - </a:t>
            </a:r>
            <a:endParaRPr/>
          </a:p>
          <a:p>
            <a:pPr marL="0" indent="0">
              <a:lnSpc>
                <a:spcPct val="115000"/>
              </a:lnSpc>
              <a:spcBef>
                <a:spcPts val="1477"/>
              </a:spcBef>
              <a:buClr>
                <a:srgbClr val="666666"/>
              </a:buClr>
              <a:buSzPts val="1800"/>
              <a:buNone/>
            </a:pPr>
            <a:r>
              <a:rPr lang="en-US" sz="1266"/>
              <a:t>|(Task 2)/2|: assigning a numeric value as an index (</a:t>
            </a:r>
            <a:r>
              <a:rPr lang="en-US" sz="1266" b="1"/>
              <a:t>continues from participant 3</a:t>
            </a:r>
            <a:r>
              <a:rPr lang="en-US" sz="1266"/>
              <a:t>) to each character in the partial sentence written by participant 2. Gets starting index from participant 3. </a:t>
            </a:r>
            <a:r>
              <a:rPr lang="en-US" sz="1266" b="1">
                <a:solidFill>
                  <a:srgbClr val="FF0000"/>
                </a:solidFill>
              </a:rPr>
              <a:t>Overhead:</a:t>
            </a:r>
            <a:r>
              <a:rPr lang="en-US" sz="1266"/>
              <a:t> may have to wait on participant 3 to continue proper indexing.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7"/>
          <p:cNvSpPr txBox="1">
            <a:spLocks noGrp="1"/>
          </p:cNvSpPr>
          <p:nvPr>
            <p:ph type="body" idx="1"/>
          </p:nvPr>
        </p:nvSpPr>
        <p:spPr>
          <a:xfrm>
            <a:off x="1524000" y="2366850"/>
            <a:ext cx="2666701" cy="1773901"/>
          </a:xfrm>
          <a:prstGeom prst="rect">
            <a:avLst/>
          </a:prstGeom>
          <a:noFill/>
          <a:ln w="9525" cap="flat" cmpd="sng">
            <a:solidFill>
              <a:srgbClr val="FFC000"/>
            </a:solidFill>
            <a:prstDash val="solid"/>
            <a:round/>
            <a:headEnd type="none" w="sm" len="sm"/>
            <a:tailEnd type="none" w="sm" len="sm"/>
          </a:ln>
        </p:spPr>
        <p:txBody>
          <a:bodyPr spcFirstLastPara="1" vert="horz" wrap="square" lIns="91424" tIns="91424" rIns="91424" bIns="91424" rtlCol="0" anchor="t" anchorCtr="0">
            <a:noAutofit/>
          </a:bodyPr>
          <a:lstStyle/>
          <a:p>
            <a:pPr marL="0" indent="0">
              <a:lnSpc>
                <a:spcPct val="105000"/>
              </a:lnSpc>
              <a:buSzPts val="2200"/>
              <a:buNone/>
            </a:pPr>
            <a:r>
              <a:rPr lang="en-US"/>
              <a:t>Participant 1</a:t>
            </a:r>
            <a:r>
              <a:rPr lang="en-US" b="0"/>
              <a:t> - </a:t>
            </a:r>
            <a:endParaRPr/>
          </a:p>
          <a:p>
            <a:pPr marL="0" indent="0">
              <a:lnSpc>
                <a:spcPct val="105000"/>
              </a:lnSpc>
              <a:spcBef>
                <a:spcPts val="1828"/>
              </a:spcBef>
              <a:buSzPts val="2200"/>
              <a:buNone/>
            </a:pPr>
            <a:r>
              <a:rPr lang="en-US"/>
              <a:t>|(Task 1)/2|: writing a partial sentence (more processors are not always the best)</a:t>
            </a:r>
            <a:endParaRPr/>
          </a:p>
        </p:txBody>
      </p:sp>
      <p:sp>
        <p:nvSpPr>
          <p:cNvPr id="151" name="Google Shape;151;p27"/>
          <p:cNvSpPr txBox="1"/>
          <p:nvPr/>
        </p:nvSpPr>
        <p:spPr>
          <a:xfrm>
            <a:off x="7373826" y="2275060"/>
            <a:ext cx="3294175" cy="1971950"/>
          </a:xfrm>
          <a:prstGeom prst="rect">
            <a:avLst/>
          </a:prstGeom>
          <a:noFill/>
          <a:ln w="12700" cap="flat" cmpd="sng">
            <a:solidFill>
              <a:srgbClr val="00B0F0"/>
            </a:solidFill>
            <a:prstDash val="solid"/>
            <a:miter lim="400000"/>
            <a:headEnd type="none" w="sm" len="sm"/>
            <a:tailEnd type="none" w="sm" len="sm"/>
          </a:ln>
        </p:spPr>
        <p:txBody>
          <a:bodyPr spcFirstLastPara="1" wrap="square" lIns="91424" tIns="91424" rIns="91424" bIns="91424" anchor="t" anchorCtr="0">
            <a:noAutofit/>
          </a:bodyPr>
          <a:lstStyle/>
          <a:p>
            <a:pPr>
              <a:lnSpc>
                <a:spcPct val="95000"/>
              </a:lnSpc>
              <a:buClr>
                <a:srgbClr val="666666"/>
              </a:buClr>
              <a:buSzPts val="2077"/>
            </a:pPr>
            <a:r>
              <a:rPr lang="en-US" sz="1460" b="1">
                <a:solidFill>
                  <a:srgbClr val="666666"/>
                </a:solidFill>
                <a:latin typeface="Source Code Pro"/>
                <a:ea typeface="Source Code Pro"/>
                <a:cs typeface="Source Code Pro"/>
                <a:sym typeface="Source Code Pro"/>
              </a:rPr>
              <a:t>Participant 3</a:t>
            </a:r>
            <a:r>
              <a:rPr lang="en-US" sz="1460">
                <a:solidFill>
                  <a:srgbClr val="666666"/>
                </a:solidFill>
                <a:latin typeface="Source Code Pro"/>
                <a:ea typeface="Source Code Pro"/>
                <a:cs typeface="Source Code Pro"/>
                <a:sym typeface="Source Code Pro"/>
              </a:rPr>
              <a:t> - </a:t>
            </a:r>
            <a:endParaRPr sz="1266"/>
          </a:p>
          <a:p>
            <a:pPr>
              <a:lnSpc>
                <a:spcPct val="95000"/>
              </a:lnSpc>
              <a:spcBef>
                <a:spcPts val="1969"/>
              </a:spcBef>
              <a:buClr>
                <a:srgbClr val="666666"/>
              </a:buClr>
              <a:buSzPts val="2077"/>
            </a:pPr>
            <a:r>
              <a:rPr lang="en-US" sz="1460">
                <a:solidFill>
                  <a:srgbClr val="666666"/>
                </a:solidFill>
                <a:latin typeface="Source Code Pro"/>
                <a:ea typeface="Source Code Pro"/>
                <a:cs typeface="Source Code Pro"/>
                <a:sym typeface="Source Code Pro"/>
              </a:rPr>
              <a:t>Task 2: assigning a numeric value as an index to each character in the sentence written by participants 1 and 2. Starting and ending index are provided.</a:t>
            </a:r>
            <a:endParaRPr sz="1434" b="1">
              <a:solidFill>
                <a:srgbClr val="000000"/>
              </a:solidFill>
              <a:latin typeface="Helvetica Neue"/>
              <a:ea typeface="Helvetica Neue"/>
              <a:cs typeface="Helvetica Neue"/>
              <a:sym typeface="Helvetica Neue"/>
            </a:endParaRPr>
          </a:p>
        </p:txBody>
      </p:sp>
      <p:sp>
        <p:nvSpPr>
          <p:cNvPr id="152" name="Google Shape;152;p27"/>
          <p:cNvSpPr txBox="1"/>
          <p:nvPr/>
        </p:nvSpPr>
        <p:spPr>
          <a:xfrm>
            <a:off x="6218643" y="4402188"/>
            <a:ext cx="4445851" cy="2153964"/>
          </a:xfrm>
          <a:prstGeom prst="rect">
            <a:avLst/>
          </a:prstGeom>
          <a:noFill/>
          <a:ln w="12700" cap="flat" cmpd="sng">
            <a:solidFill>
              <a:srgbClr val="F59EC9"/>
            </a:solidFill>
            <a:prstDash val="solid"/>
            <a:miter lim="400000"/>
            <a:headEnd type="none" w="sm" len="sm"/>
            <a:tailEnd type="none" w="sm" len="sm"/>
          </a:ln>
        </p:spPr>
        <p:txBody>
          <a:bodyPr spcFirstLastPara="1" wrap="square" lIns="91424" tIns="91424" rIns="91424" bIns="91424" anchor="t" anchorCtr="0">
            <a:noAutofit/>
          </a:bodyPr>
          <a:lstStyle/>
          <a:p>
            <a:pPr>
              <a:lnSpc>
                <a:spcPct val="115000"/>
              </a:lnSpc>
              <a:buClr>
                <a:srgbClr val="666666"/>
              </a:buClr>
              <a:buSzPts val="2054"/>
            </a:pPr>
            <a:r>
              <a:rPr lang="en-US" sz="1444" b="1">
                <a:solidFill>
                  <a:srgbClr val="666666"/>
                </a:solidFill>
                <a:latin typeface="Source Code Pro"/>
                <a:ea typeface="Source Code Pro"/>
                <a:cs typeface="Source Code Pro"/>
                <a:sym typeface="Source Code Pro"/>
              </a:rPr>
              <a:t>Participant 5</a:t>
            </a:r>
            <a:r>
              <a:rPr lang="en-US" sz="1444">
                <a:solidFill>
                  <a:srgbClr val="666666"/>
                </a:solidFill>
                <a:latin typeface="Source Code Pro"/>
                <a:ea typeface="Source Code Pro"/>
                <a:cs typeface="Source Code Pro"/>
                <a:sym typeface="Source Code Pro"/>
              </a:rPr>
              <a:t> - times the tasks performed by parallel participants. Overall time is calculated as the time of the slowest processor</a:t>
            </a:r>
            <a:endParaRPr sz="1687">
              <a:solidFill>
                <a:srgbClr val="000000"/>
              </a:solidFill>
              <a:latin typeface="Helvetica Neue"/>
              <a:ea typeface="Helvetica Neue"/>
              <a:cs typeface="Helvetica Neue"/>
              <a:sym typeface="Helvetica Neue"/>
            </a:endParaRPr>
          </a:p>
          <a:p>
            <a:pPr>
              <a:lnSpc>
                <a:spcPct val="115000"/>
              </a:lnSpc>
              <a:spcBef>
                <a:spcPts val="1617"/>
              </a:spcBef>
              <a:buClr>
                <a:srgbClr val="666666"/>
              </a:buClr>
              <a:buSzPts val="2054"/>
            </a:pPr>
            <a:r>
              <a:rPr lang="en-US" sz="1444">
                <a:solidFill>
                  <a:srgbClr val="666666"/>
                </a:solidFill>
                <a:latin typeface="Source Code Pro"/>
                <a:ea typeface="Source Code Pro"/>
                <a:cs typeface="Source Code Pro"/>
                <a:sym typeface="Source Code Pro"/>
              </a:rPr>
              <a:t>Compares performance with Sequential Phase and multi-tasking phase and previous parallel scenario</a:t>
            </a:r>
            <a:endParaRPr sz="1266"/>
          </a:p>
        </p:txBody>
      </p:sp>
      <p:sp>
        <p:nvSpPr>
          <p:cNvPr id="153" name="Google Shape;153;p27"/>
          <p:cNvSpPr txBox="1"/>
          <p:nvPr/>
        </p:nvSpPr>
        <p:spPr>
          <a:xfrm>
            <a:off x="4517850" y="2366850"/>
            <a:ext cx="2666701" cy="1971950"/>
          </a:xfrm>
          <a:prstGeom prst="rect">
            <a:avLst/>
          </a:prstGeom>
          <a:noFill/>
          <a:ln w="12700" cap="flat" cmpd="sng">
            <a:solidFill>
              <a:srgbClr val="00B050"/>
            </a:solidFill>
            <a:prstDash val="solid"/>
            <a:miter lim="400000"/>
            <a:headEnd type="none" w="sm" len="sm"/>
            <a:tailEnd type="none" w="sm" len="sm"/>
          </a:ln>
        </p:spPr>
        <p:txBody>
          <a:bodyPr spcFirstLastPara="1" wrap="square" lIns="91424" tIns="91424" rIns="91424" bIns="91424" anchor="t" anchorCtr="0">
            <a:noAutofit/>
          </a:bodyPr>
          <a:lstStyle/>
          <a:p>
            <a:pPr>
              <a:lnSpc>
                <a:spcPct val="95000"/>
              </a:lnSpc>
              <a:buClr>
                <a:srgbClr val="666666"/>
              </a:buClr>
              <a:buSzPts val="2011"/>
            </a:pPr>
            <a:r>
              <a:rPr lang="en-US" sz="1414" b="1">
                <a:solidFill>
                  <a:srgbClr val="666666"/>
                </a:solidFill>
                <a:latin typeface="Source Code Pro"/>
                <a:ea typeface="Source Code Pro"/>
                <a:cs typeface="Source Code Pro"/>
                <a:sym typeface="Source Code Pro"/>
              </a:rPr>
              <a:t>Participant 2</a:t>
            </a:r>
            <a:r>
              <a:rPr lang="en-US" sz="1414">
                <a:solidFill>
                  <a:srgbClr val="666666"/>
                </a:solidFill>
                <a:latin typeface="Source Code Pro"/>
                <a:ea typeface="Source Code Pro"/>
                <a:cs typeface="Source Code Pro"/>
                <a:sym typeface="Source Code Pro"/>
              </a:rPr>
              <a:t> - </a:t>
            </a:r>
            <a:endParaRPr sz="1266"/>
          </a:p>
          <a:p>
            <a:pPr>
              <a:lnSpc>
                <a:spcPct val="95000"/>
              </a:lnSpc>
              <a:spcBef>
                <a:spcPts val="1898"/>
              </a:spcBef>
              <a:buClr>
                <a:srgbClr val="666666"/>
              </a:buClr>
              <a:buSzPts val="2011"/>
            </a:pPr>
            <a:r>
              <a:rPr lang="en-US" sz="1414">
                <a:solidFill>
                  <a:srgbClr val="666666"/>
                </a:solidFill>
                <a:latin typeface="Source Code Pro"/>
                <a:ea typeface="Source Code Pro"/>
                <a:cs typeface="Source Code Pro"/>
                <a:sym typeface="Source Code Pro"/>
              </a:rPr>
              <a:t>|(Task 1)/2|: writing a partial sentence (more processors are not always the best), starts at the same time as participant 1.</a:t>
            </a:r>
            <a:endParaRPr sz="1434" b="1">
              <a:solidFill>
                <a:srgbClr val="000000"/>
              </a:solidFill>
              <a:latin typeface="Helvetica Neue"/>
              <a:ea typeface="Helvetica Neue"/>
              <a:cs typeface="Helvetica Neue"/>
              <a:sym typeface="Helvetica Neue"/>
            </a:endParaRPr>
          </a:p>
        </p:txBody>
      </p:sp>
      <p:sp>
        <p:nvSpPr>
          <p:cNvPr id="154" name="Google Shape;154;p27"/>
          <p:cNvSpPr txBox="1">
            <a:spLocks noGrp="1"/>
          </p:cNvSpPr>
          <p:nvPr>
            <p:ph type="body" idx="2"/>
          </p:nvPr>
        </p:nvSpPr>
        <p:spPr>
          <a:xfrm>
            <a:off x="1520493" y="4489399"/>
            <a:ext cx="4371001" cy="1221252"/>
          </a:xfrm>
          <a:prstGeom prst="rect">
            <a:avLst/>
          </a:prstGeom>
          <a:noFill/>
          <a:ln w="9525" cap="flat" cmpd="sng">
            <a:solidFill>
              <a:srgbClr val="FFFF00"/>
            </a:solidFill>
            <a:prstDash val="solid"/>
            <a:round/>
            <a:headEnd type="none" w="sm" len="sm"/>
            <a:tailEnd type="none" w="sm" len="sm"/>
          </a:ln>
        </p:spPr>
        <p:txBody>
          <a:bodyPr spcFirstLastPara="1" vert="horz" wrap="square" lIns="91424" tIns="91424" rIns="91424" bIns="91424" rtlCol="0" anchor="t" anchorCtr="0">
            <a:noAutofit/>
          </a:bodyPr>
          <a:lstStyle/>
          <a:p>
            <a:pPr marL="0" indent="0">
              <a:lnSpc>
                <a:spcPct val="95000"/>
              </a:lnSpc>
              <a:spcBef>
                <a:spcPts val="0"/>
              </a:spcBef>
              <a:buClr>
                <a:srgbClr val="666666"/>
              </a:buClr>
              <a:buSzPts val="1994"/>
              <a:buNone/>
            </a:pPr>
            <a:r>
              <a:rPr lang="en-US" sz="1402"/>
              <a:t>Participant 4 - </a:t>
            </a:r>
            <a:endParaRPr/>
          </a:p>
          <a:p>
            <a:pPr marL="0" indent="0">
              <a:lnSpc>
                <a:spcPct val="95000"/>
              </a:lnSpc>
              <a:spcBef>
                <a:spcPts val="2109"/>
              </a:spcBef>
              <a:buClr>
                <a:srgbClr val="666666"/>
              </a:buClr>
              <a:buSzPts val="1994"/>
              <a:buNone/>
            </a:pPr>
            <a:r>
              <a:rPr lang="en-US" sz="1402"/>
              <a:t>Task 3:</a:t>
            </a:r>
            <a:r>
              <a:rPr lang="en-US" sz="1402">
                <a:solidFill>
                  <a:srgbClr val="666666"/>
                </a:solidFill>
              </a:rPr>
              <a:t> calculating the total number of characters for each word in the sentence </a:t>
            </a:r>
            <a:endParaRPr/>
          </a:p>
        </p:txBody>
      </p:sp>
      <p:sp>
        <p:nvSpPr>
          <p:cNvPr id="155" name="Google Shape;155;p27"/>
          <p:cNvSpPr txBox="1">
            <a:spLocks noGrp="1"/>
          </p:cNvSpPr>
          <p:nvPr>
            <p:ph type="title"/>
          </p:nvPr>
        </p:nvSpPr>
        <p:spPr>
          <a:xfrm>
            <a:off x="1835700" y="1"/>
            <a:ext cx="8520600" cy="1757976"/>
          </a:xfrm>
          <a:prstGeom prst="rect">
            <a:avLst/>
          </a:prstGeom>
          <a:noFill/>
          <a:ln>
            <a:noFill/>
          </a:ln>
        </p:spPr>
        <p:txBody>
          <a:bodyPr spcFirstLastPara="1" vert="horz" wrap="square" lIns="91424" tIns="91424" rIns="91424" bIns="91424" rtlCol="0" anchor="t" anchorCtr="0">
            <a:noAutofit/>
          </a:bodyPr>
          <a:lstStyle/>
          <a:p>
            <a:pPr algn="ctr">
              <a:buSzPts val="2700"/>
            </a:pPr>
            <a:r>
              <a:rPr lang="en-US" sz="3797" dirty="0"/>
              <a:t>Amdahl’s Law limitations: Scenario on Previous slide</a:t>
            </a:r>
            <a:endParaRPr sz="3797" dirty="0"/>
          </a:p>
          <a:p>
            <a:pPr algn="ctr">
              <a:buSzPts val="2700"/>
            </a:pPr>
            <a:r>
              <a:rPr lang="en-US" sz="3797" dirty="0"/>
              <a:t>A suggested Improvement - Increase # of TASKS</a:t>
            </a:r>
            <a:endParaRPr sz="3797"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8"/>
          <p:cNvSpPr txBox="1">
            <a:spLocks noGrp="1"/>
          </p:cNvSpPr>
          <p:nvPr>
            <p:ph type="title"/>
          </p:nvPr>
        </p:nvSpPr>
        <p:spPr>
          <a:xfrm>
            <a:off x="2193726" y="2197842"/>
            <a:ext cx="7804548" cy="1518048"/>
          </a:xfrm>
          <a:prstGeom prst="rect">
            <a:avLst/>
          </a:prstGeom>
          <a:noFill/>
          <a:ln>
            <a:noFill/>
          </a:ln>
        </p:spPr>
        <p:txBody>
          <a:bodyPr spcFirstLastPara="1" vert="horz" wrap="square" lIns="35719" tIns="35719" rIns="35719" bIns="35719" rtlCol="0" anchor="ctr" anchorCtr="0">
            <a:noAutofit/>
          </a:bodyPr>
          <a:lstStyle/>
          <a:p>
            <a:pPr>
              <a:buClr>
                <a:srgbClr val="FF0000"/>
              </a:buClr>
              <a:buSzPts val="6640"/>
            </a:pPr>
            <a:r>
              <a:rPr lang="en-US" sz="4669">
                <a:solidFill>
                  <a:srgbClr val="FF0000"/>
                </a:solidFill>
                <a:latin typeface="Helvetica Neue"/>
                <a:ea typeface="Helvetica Neue"/>
                <a:cs typeface="Helvetica Neue"/>
                <a:sym typeface="Helvetica Neue"/>
              </a:rPr>
              <a:t>Group Discussion: </a:t>
            </a:r>
            <a:br>
              <a:rPr lang="en-US" sz="4669">
                <a:solidFill>
                  <a:srgbClr val="000000"/>
                </a:solidFill>
                <a:latin typeface="Helvetica Neue"/>
                <a:ea typeface="Helvetica Neue"/>
                <a:cs typeface="Helvetica Neue"/>
                <a:sym typeface="Helvetica Neue"/>
              </a:rPr>
            </a:br>
            <a:r>
              <a:rPr lang="en-US" sz="4669">
                <a:solidFill>
                  <a:srgbClr val="0070C0"/>
                </a:solidFill>
                <a:latin typeface="Helvetica Neue"/>
                <a:ea typeface="Helvetica Neue"/>
                <a:cs typeface="Helvetica Neue"/>
                <a:sym typeface="Helvetica Neue"/>
              </a:rPr>
              <a:t>what did we learn?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7"/>
          <p:cNvSpPr txBox="1">
            <a:spLocks noGrp="1"/>
          </p:cNvSpPr>
          <p:nvPr>
            <p:ph type="title"/>
          </p:nvPr>
        </p:nvSpPr>
        <p:spPr>
          <a:xfrm>
            <a:off x="2416969" y="2268141"/>
            <a:ext cx="7358063" cy="2321719"/>
          </a:xfrm>
          <a:prstGeom prst="rect">
            <a:avLst/>
          </a:prstGeom>
          <a:noFill/>
          <a:ln>
            <a:noFill/>
          </a:ln>
        </p:spPr>
        <p:txBody>
          <a:bodyPr spcFirstLastPara="1" vert="horz" wrap="square" lIns="35719" tIns="35719" rIns="35719" bIns="35719" rtlCol="0" anchor="ctr" anchorCtr="0">
            <a:noAutofit/>
          </a:bodyPr>
          <a:lstStyle/>
          <a:p>
            <a:pPr>
              <a:buClr>
                <a:srgbClr val="FF0000"/>
              </a:buClr>
              <a:buSzPts val="7200"/>
            </a:pPr>
            <a:r>
              <a:rPr lang="en-US" sz="5062">
                <a:solidFill>
                  <a:srgbClr val="FF0000"/>
                </a:solidFill>
              </a:rPr>
              <a:t>Thank you for your participation!</a:t>
            </a:r>
            <a:br>
              <a:rPr lang="en-US" sz="5062">
                <a:solidFill>
                  <a:srgbClr val="FF0000"/>
                </a:solidFill>
              </a:rPr>
            </a:br>
            <a:br>
              <a:rPr lang="en-US" sz="5062"/>
            </a:br>
            <a:r>
              <a:rPr lang="en-US" sz="5062">
                <a:solidFill>
                  <a:srgbClr val="0070C0"/>
                </a:solidFill>
              </a:rPr>
              <a:t>Hope you enjoyed the parallelism day</a:t>
            </a: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1272</Words>
  <Application>Microsoft Office PowerPoint</Application>
  <PresentationFormat>Widescreen</PresentationFormat>
  <Paragraphs>153</Paragraphs>
  <Slides>13</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Amatic SC</vt:lpstr>
      <vt:lpstr>Aptos</vt:lpstr>
      <vt:lpstr>Aptos Display</vt:lpstr>
      <vt:lpstr>Arial</vt:lpstr>
      <vt:lpstr>Helvetica Neue</vt:lpstr>
      <vt:lpstr>Helvetica Neue Light</vt:lpstr>
      <vt:lpstr>Source Code Pro</vt:lpstr>
      <vt:lpstr>Times</vt:lpstr>
      <vt:lpstr>Office Theme</vt:lpstr>
      <vt:lpstr>Basics of Parallel &amp; Distributed Computing</vt:lpstr>
      <vt:lpstr>OUTLINE</vt:lpstr>
      <vt:lpstr>Why a Parallel and Distributed Computing Curriculum? </vt:lpstr>
      <vt:lpstr>What is Parallel Computing?</vt:lpstr>
      <vt:lpstr>Unplugged activity 1</vt:lpstr>
      <vt:lpstr>Unplugged activity 1 description</vt:lpstr>
      <vt:lpstr>Unplugged activity 1 description cont’d...</vt:lpstr>
      <vt:lpstr>Unplugged activity 1 description cont’d...</vt:lpstr>
      <vt:lpstr>Unplugged activity 1 description cont’d...</vt:lpstr>
      <vt:lpstr>Unplugged activity 1 description cont’d...</vt:lpstr>
      <vt:lpstr>Amdahl’s Law limitations: Scenario on Previous slide A suggested Improvement - Increase # of TASKS</vt:lpstr>
      <vt:lpstr>Group Discussion:  what did we learn?</vt:lpstr>
      <vt:lpstr>Thank you for your participation!  Hope you enjoyed the parallelism day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Mary Smith</dc:creator>
  <cp:lastModifiedBy>Mary Smith</cp:lastModifiedBy>
  <cp:revision>2</cp:revision>
  <dcterms:created xsi:type="dcterms:W3CDTF">2026-07-27T00:51:25Z</dcterms:created>
  <dcterms:modified xsi:type="dcterms:W3CDTF">2026-07-27T00:54:17Z</dcterms:modified>
</cp:coreProperties>
</file>