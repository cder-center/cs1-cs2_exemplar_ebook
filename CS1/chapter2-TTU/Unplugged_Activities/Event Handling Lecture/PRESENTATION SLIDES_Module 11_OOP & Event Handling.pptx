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4"/>
  </p:notesMasterIdLst>
  <p:handoutMasterIdLst>
    <p:handoutMasterId r:id="rId55"/>
  </p:handoutMasterIdLst>
  <p:sldIdLst>
    <p:sldId id="256" r:id="rId5"/>
    <p:sldId id="598" r:id="rId6"/>
    <p:sldId id="271" r:id="rId7"/>
    <p:sldId id="327" r:id="rId8"/>
    <p:sldId id="272" r:id="rId9"/>
    <p:sldId id="269" r:id="rId10"/>
    <p:sldId id="270" r:id="rId11"/>
    <p:sldId id="328" r:id="rId12"/>
    <p:sldId id="329" r:id="rId13"/>
    <p:sldId id="332" r:id="rId14"/>
    <p:sldId id="330" r:id="rId15"/>
    <p:sldId id="333" r:id="rId16"/>
    <p:sldId id="602" r:id="rId17"/>
    <p:sldId id="603" r:id="rId18"/>
    <p:sldId id="335" r:id="rId19"/>
    <p:sldId id="604" r:id="rId20"/>
    <p:sldId id="605" r:id="rId21"/>
    <p:sldId id="528" r:id="rId22"/>
    <p:sldId id="339" r:id="rId23"/>
    <p:sldId id="338" r:id="rId24"/>
    <p:sldId id="606" r:id="rId25"/>
    <p:sldId id="607" r:id="rId26"/>
    <p:sldId id="609" r:id="rId27"/>
    <p:sldId id="342" r:id="rId28"/>
    <p:sldId id="608" r:id="rId29"/>
    <p:sldId id="529" r:id="rId30"/>
    <p:sldId id="530" r:id="rId31"/>
    <p:sldId id="610" r:id="rId32"/>
    <p:sldId id="611" r:id="rId33"/>
    <p:sldId id="612" r:id="rId34"/>
    <p:sldId id="534" r:id="rId35"/>
    <p:sldId id="535" r:id="rId36"/>
    <p:sldId id="538" r:id="rId37"/>
    <p:sldId id="613" r:id="rId38"/>
    <p:sldId id="537" r:id="rId39"/>
    <p:sldId id="622" r:id="rId40"/>
    <p:sldId id="633" r:id="rId41"/>
    <p:sldId id="616" r:id="rId42"/>
    <p:sldId id="618" r:id="rId43"/>
    <p:sldId id="560" r:id="rId44"/>
    <p:sldId id="620" r:id="rId45"/>
    <p:sldId id="619" r:id="rId46"/>
    <p:sldId id="634" r:id="rId47"/>
    <p:sldId id="544" r:id="rId48"/>
    <p:sldId id="623" r:id="rId49"/>
    <p:sldId id="625" r:id="rId50"/>
    <p:sldId id="543" r:id="rId51"/>
    <p:sldId id="552" r:id="rId52"/>
    <p:sldId id="592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33"/>
    <a:srgbClr val="0000FF"/>
    <a:srgbClr val="003399"/>
    <a:srgbClr val="4F2984"/>
    <a:srgbClr val="FFD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20" autoAdjust="0"/>
    <p:restoredTop sz="94404" autoAdjust="0"/>
  </p:normalViewPr>
  <p:slideViewPr>
    <p:cSldViewPr>
      <p:cViewPr varScale="1">
        <p:scale>
          <a:sx n="67" d="100"/>
          <a:sy n="67" d="100"/>
        </p:scale>
        <p:origin x="876" y="17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34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0013"/>
    </p:cViewPr>
  </p:sorter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4/17/2026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23T03:07:56.516"/>
    </inkml:context>
    <inkml:brush xml:id="br0">
      <inkml:brushProperty name="width" value="0.1" units="cm"/>
      <inkml:brushProperty name="height" value="0.1" units="cm"/>
      <inkml:brushProperty name="color" value="#003399"/>
    </inkml:brush>
  </inkml:definitions>
  <inkml:trace contextRef="#ctx0" brushRef="#br0">3266 3071 1552,'-85'69'4531,"-19"60"-4190,-125 184-252,-39 127 824,87-171 193,-6 40-1106,-107 191 773,274-468-700,-145 230 1322,-43 112-1395,-192 446 731,322-630-669,8 3 1,9 2 0,-27 155-63,-109 364 151,177-648-129,-82 291 204,-10 128-226,43 46 115,55-396-86,-26 132 97,23-213 1,16-54-127,0 0-1,0 0 1,0 0 0,0 0-1,-1 0 1,1-1-1,0 1 1,0 0 0,0-1-1,0 1 1,0 0 0,1-1-1,-1 1 1,0-1-1,0 0 1,0 1 0,0-1-1,0 0 1,1 1 0,-1-1-1,0 0 1,1 0-1,-1 0 1,0 1 0,1-1-1,-1 0 1,1 0 0,0 0-1,-1 0 1,1 0-1,0 0 1,-1 0 0,1 0-1,0 0 1,0 0 0,0 0-1,0 0 1,0-1 0,-7-11 10,-46-92-58,-85-237-72,105 154 71,46 214 25,73 179 0,-76-175 25,27 77 27,-6 2 0,10 68-28,-2 27 55,-22-153-71,-15-98 158,33-131-190,-24 148 33,1 0-1,2 0 0,2 1 0,0 1 1,2 1-1,0 0 0,2 1 1,1 2-1,3-2 16,158-131-807,-147 128-828</inkml:trace>
  <inkml:trace contextRef="#ctx0" brushRef="#br0" timeOffset="1">3712 2538 2336,'-11'-112'5790,"10"102"-5529,-2 0 0,1 0 1,-1 0-1,-1 0 0,0 1 0,0-1 0,-1 1 1,0 0-1,-1 0 0,0 1 0,0-1 0,-1 1 1,0 1-1,0-1 0,-3 0-261,9 6 9,-1 1-1,0 0 1,1-1 0,-1 1 0,0 0-1,1 0 1,-1 0 0,0 0-1,0 0 1,0 1 0,0-1 0,0 1-1,0-1 1,0 1 0,0 0-1,0 0 1,0-1 0,0 1 0,0 1-1,0-1 1,0 0 0,0 0 0,0 1-1,0-1 1,0 1 0,0 0-1,0 0 1,0 0 0,0 0 0,0 0-1,1 0 1,-1 0 0,0 0-1,1 0 1,-1 1 0,1-1 0,0 1-1,-1-1 1,1 1 0,0 0 0,0 0-1,0 0-8,-33 84-214,24-43 176,3 1 1,1 0-1,3 1 1,1-1-1,2 1 0,2-1 1,3 1-1,1-1 1,2 0-1,2-1 1,13 37 37,-14-57 8,1 0 0,1-1 1,1 0-1,0-1 0,2 0 1,1-1-1,0 0 0,17 15-8,-26-28 3,0-1 0,1 0 0,0 0 0,0-1 0,0 1 0,1-2 0,0 1 0,0-1 0,0 0 0,0-1 0,1 1 0,-1-2 0,1 1 0,0-1 0,-1-1 0,1 0 0,0 0 0,0 0 0,0-1 0,0-1 0,0 1 0,0-1 0,0-1 0,0 0 0,7-3-3,-9 3-24,0-1 0,-1-1 1,0 1-1,0-1 0,0 0 0,0-1 1,-1 1-1,1-1 0,-1 0 0,0-1 0,-1 1 1,1-1-1,-1 0 0,0 0 0,-1 0 1,1-1-1,-1 1 0,0-1 0,-1 0 1,0 1-1,0-1 0,0-2 24,1-28-1591</inkml:trace>
  <inkml:trace contextRef="#ctx0" brushRef="#br0" timeOffset="2">4227 2765 3769,'-32'-53'4816,"-33"-42"-2524,65 95-2287,-42-38 562,41 37-565,0 0-1,0 1 0,0-1 1,0 0-1,0 0 1,0 1-1,0-1 1,0 1-1,0-1 0,0 1 1,0-1-1,0 1 1,-1 0-1,1-1 1,0 1-1,0 0 0,0 0 1,-1 0-1,1 0 1,0 0-1,0 0 1,0 0-1,-1 1 0,1-1 1,0 0-1,0 1 1,0-1-1,0 0 0,0 1 1,0 0-1,0-1 1,0 1-1,0 0 1,0-1-1,0 1 0,0 0 1,0 0-1,0 0 1,0 0-1,1 0 1,-1 0-1,0 0 0,1 0 1,-1 0-2,-3 13-44,1-1 1,0 1-1,1 0 1,0 0-1,1 1 1,1-1-1,0 0 1,1 0-1,1 7 44,-2-16-8,0 5-8,0 0 1,1 0-1,0 0 1,0 0-1,1 0 1,0 0 0,1-1-1,0 1 1,0-1-1,1 1 1,1-1-1,-1 0 1,2-1-1,-1 1 1,1-1-1,0 0 1,7 7 15,-11-14-4,1 0 0,-1 0 0,1 0 0,-1 0 0,1 0 0,-1 0 0,1-1-1,-1 1 1,1-1 0,-1 1 0,1-1 0,0 0 0,-1 0 0,1-1 0,-1 1 0,1 0 0,0-1 0,-1 1 0,1-1 0,-1 0 0,1 0 0,-1 0-1,0 0 1,1-1 0,-1 1 0,0 0 0,0-1 0,0 0 0,0 1 0,0-1 0,0 0 0,-1 0 0,1 0 0,0 0 0,-1 0 0,0-1 0,1 0 4,3-4 50,-1 1 1,0-1 0,0 0-1,0-1 1,-1 1-1,0-1 1,-1 1 0,1-1-1,-1 0 1,-1 0 0,0 0-1,0 0-50,-14-64 1641,17 83-1758,1 1 1,0-1-1,0 0 1,1-1-1,1 1 1,0-1-1,0-1 1,1 1-1,0-1 1,1 0-1,0-1 1,0 0-1,0-1 1,3 1 116,-1 0-1626</inkml:trace>
  <inkml:trace contextRef="#ctx0" brushRef="#br0" timeOffset="3">4503 2466 4841,'-36'14'6459,"-20"-3"-4750,54-12-1700,-1 1-1,0 0 1,1 0-1,-1 0 0,1 0 1,-1 1-1,0-1 0,1 1 1,-1-1-1,1 1 0,-1 0 1,1 0-1,-1 0 0,1 0 1,0 1-1,-1-1 0,1 0 1,0 1-1,0 0 1,0-1-1,0 1 0,1 0 1,-1 0-1,0 0 0,1 0 1,-1 1-1,1-1 0,0 0 1,0 1-1,0-1 0,0 1 1,0-1-1,0 1 0,0 1-7,-2 8-18,1 0 1,0 0 0,1 0 0,0 1 0,1-1 0,0 0 0,1 1 0,0-1 0,1 0 0,0 0 0,1 0-1,1 0 1,0 0 0,0-1 0,1 0 0,1 2 16,-3-10-6,1 0 0,-1 0-1,0 0 1,1 0 0,0 0 0,-1-1-1,1 0 1,0 0 0,1 0-1,-1 0 1,0 0 0,0-1 0,1 0-1,-1 0 1,1 0 0,-1 0 0,1-1-1,-1 0 1,1 0 0,-1 0 0,1 0-1,-1-1 1,1 0 0,-1 0 0,0 0-1,1 0 1,-1-1 0,0 0 0,0 1-1,0-2 1,0 1 0,0 0-1,0-1 1,-1 0 0,1 1 0,-1-2-1,0 1 1,0 0 0,0-1 0,0 1-1,0-1 1,-1 0 0,0 0 0,1 0-1,-1 0 1,1-4 6,2-13 33,0-1 1,-2 0-1,0 0 0,-1 0 0,-2 0 0,0 0 1,-1 0-1,-1 0 0,-1 0 0,-2 1 1,0-1-1,-7-18-33,-11-34 11,-2 2-1,-4 1 1,-13-17-11,-4-15-856,27 58-265</inkml:trace>
  <inkml:trace contextRef="#ctx0" brushRef="#br0" timeOffset="4">4731 2369 5801,'3'18'2593,"5"25"-1505,1-5-144,2-6-664,1-3-136,-1-8-80,-4-1-16,-1-9-8,-1-2-224,-4-5-1456</inkml:trace>
  <inkml:trace contextRef="#ctx0" brushRef="#br0" timeOffset="5">4681 2118 7258,'-3'3'2728,"3"3"-2168,0 0-208,0-6-456,0 0-288,0 0-1688</inkml:trace>
  <inkml:trace contextRef="#ctx0" brushRef="#br0" timeOffset="6">4788 1796 5817,'-2'16'3177,"1"8"-521,2 11-1831,10 6-337,4 8-344,3 0-40,5 4-24,2-1-16,0-1-8,1 4-8,-1-5-8,-1-5-8,-4-4-136,-3-6-216,-4-6-632,-4-3-553</inkml:trace>
  <inkml:trace contextRef="#ctx0" brushRef="#br0" timeOffset="7">5027 1650 4425,'1'8'2488,"4"10"-551,4 9-801,-1 7-360,10 18-312,3 9-64,2 6-119,3 3-57,1-6-64,-5-5-40,-1-1-40,0-3-8,-5-7-24,3 0 8,-6-18-376,-6-2-377,1-16-1895</inkml:trace>
  <inkml:trace contextRef="#ctx0" brushRef="#br0" timeOffset="8">5563 2046 7370,'-9'-28'4963,"-12"-30"-3481,16 47-1390,0 1 1,0 1-1,-1-1 1,-1 1-1,0 0 1,0 1-1,-1-1 1,1 2-1,-2-1 1,1 1-1,-1 0 1,-4-2-93,10 9-8,1 0 1,-1 1 0,0-1-1,0 0 1,1 1 0,-1 0-1,0-1 1,1 1 0,-1 0-1,1 1 1,-1-1 0,1 0-1,0 1 1,-1-1 0,1 1-1,0 0 1,0-1-1,0 1 1,0 0 0,0 0-1,1 1 1,-1-1 0,1 0-1,-1 0 1,1 1 0,0-1-1,0 1 1,0-1 0,0 1-1,0 0 1,0-1 0,1 1-1,0 0 1,-1 0 0,1-1-1,0 1 1,0 0 0,1 0 7,-5 9-24,1 0 0,0 0 1,1 1-1,1-1 0,0 1 0,0 0 1,1-1-1,1 1 0,0-1 0,1 1 1,0-1-1,1 0 0,1 0 0,0 0 1,2 5 23,-4-15 2,0 1 1,-1-1-1,2 0 0,-1 0 1,0 0-1,0 0 1,1 0-1,-1 0 1,1-1-1,-1 1 1,1-1-1,0 0 1,-1 0-1,1 0 0,0 0 1,0 0-1,0 0 1,0-1-1,0 0 1,0 1-1,0-1 1,0 0-1,0-1 0,0 1 1,0 0-1,0-1 1,0 1-1,-1-1 1,1 0-1,0 0 1,0 0-1,0-1 0,-1 1 1,1-1-1,-1 1 1,1-1-1,-1 0 1,0 0-1,0 0 1,1 0-1,-1 0 0,-1-1 1,1 1-1,0 0 1,0-1-1,-1 0 1,0 1-1,1-1 1,-1 0-1,0 0 0,0 1 1,-1-1-1,1 0 1,0-2-3,6-91 509,23 112-238,67 43-757,-53-47-1783,-20-11 216</inkml:trace>
  <inkml:trace contextRef="#ctx0" brushRef="#br0" timeOffset="9">5881 1572 4273,'-34'-1'6012,"12"27"-3593,-27 122-844,48-135-1533,-1 1-1,2-1 1,-1 1-1,2 0 1,0-1 0,1 1-1,0-1 1,1 0-1,0 1 1,1-1-1,1-1 1,4 10-42,-7-17 2,1 0 1,0 1-1,0-1 0,1 0 0,0-1 1,-1 1-1,1-1 0,1 1 1,-1-1-1,1 0 0,-1-1 0,1 1 1,0-1-1,1 0 0,-1 0 1,0-1-1,1 1 0,0-1 1,-1-1-1,1 1 0,0-1 0,0 0 1,0 0-1,0 0 0,0-1 1,0 0-1,0 0 0,0-1 0,5-1-1,-2 1-73,0-1 1,1-1 0,-1 0 0,-1 0 0,1-1 0,-1 0 0,1-1 0,-1 1 0,0-1 0,-1-1-1,1 0 1,-1 0 0,3-3 71,24-27-1309</inkml:trace>
  <inkml:trace contextRef="#ctx0" brushRef="#br0" timeOffset="10">4105 3558 3033,'-42'75'5411,"39"12"-4234,7-67-1220,1 0 0,0-1-1,2 1 1,0-1 0,1 0-1,1-1 1,8 12 43,-16-26-3,1 0 0,0 1 0,0-1-1,1 0 1,-1 0 0,1 0 0,0-1 0,0 1 0,0-1-1,1 1 1,-1-1 0,1 0 0,0-1 0,0 1 0,0 0-1,0-1 1,0 0 0,0 0 0,1 0 0,-1-1 0,0 1-1,1-1 1,0 0 0,-1 0 0,1-1 0,0 1 0,-1-1 0,1 0-1,0-1 1,-1 1 0,1-1 0,0 0 0,-1 0 0,1 0-1,-1 0 1,1-1 0,-1 0 0,0 0 3,2-3 45,-1 0 0,1 0 0,-2-1 0,1 0 0,0 0 0,-1 0 0,0 0 0,-1-1 0,1 1 0,-1-1 0,-1 0 0,1 0 0,-1 0 0,0 0 0,-1 0 0,0-1 0,0 1 0,0-1 0,-1 1 0,0 0 0,-1-1 0,1 1 0,-2-1 0,1 1 0,-1 0 0,0 0 0,0 0 1,-1 0-1,0 0 0,0 0 0,0 1 0,-1-1 0,0 1 0,-1 0 0,1 0 0,-1 1 0,-4-5-45,-142-82 570,113 85-1815,35 14-326</inkml:trace>
  <inkml:trace contextRef="#ctx0" brushRef="#br0" timeOffset="11">4395 3505 5153,'-4'40'3250,"52"54"-2798,-39-81-445,1 0 1,1-1-1,0 0 0,1-1 0,0 0 0,0-1 0,1-1 1,9 5-8,-21-13 1,0-1 0,0 1 0,0-1 0,0 0 0,0 1 0,0-1 0,0 0 0,1 0 0,-1 0 1,0 1-1,0-1 0,0 0 0,0-1 0,0 1 0,1 0 0,-1 0 0,0 0 0,0-1 0,0 1 1,0-1-1,0 1 0,0 0 0,0-1 0,0 0 0,0 1 0,0-1 0,0 0 0,0 1 0,-1-1 1,1 0-1,0 0 0,0 0 0,-1 0 0,1 0 0,0 0 0,-1 0 0,1 0 0,-1 0 0,0 0 1,1 0-1,-1 0 0,0 0 0,1 0 0,-1 0 0,0-1 0,0 1 0,0 0 0,0 0 0,0 0 1,0 0-1,-1 0 0,1 0 0,0-1 0,0 1 0,-1 0 0,1 0 0,-1 0-1,3-16 42,1-5 34,0 1 0,-2-1 0,-1 1 0,0-1 1,-2 1-1,-1 0 0,0-1 0,-2-3-76,-17-24 367,25 76-110,-3-27-256,0 4-4,1 0 0,-1 0 0,1 0 0,0-1 1,0 1-1,0 0 0,1-1 0,-1 1 0,1 0 0,0-1 0,0 0 0,0 1 0,0-1 0,1 0 1,-1 0-1,1 0 0,0-1 0,0 1 0,0-1 0,0 1 0,0-1 0,0 0 0,1 0 1,-1 0-1,1-1 0,0 1 0,3 0 3,-3-2 27,0 1 0,1-1 0,-1 0 0,0-1 0,1 1 0,-1-1 0,0 0 1,1 0-1,-1 0 0,0 0 0,0-1 0,0 0 0,0 0 0,0 0 0,0 0 0,-1 0 0,1-1 0,-1 0 0,0 0 1,1 0-1,-1 0 0,0 0 0,-1 0 0,1-1 0,-1 0 0,1 1 0,-1-1 0,0 0 0,-1 0 0,1 0 1,-1 0-1,1 0 0,-1-1 0,0 1 0,-1 0 0,1-1 0,-1 1 0,0 0 0,0-1 0,0 1 0,-1-1 0,1 1 1,-1 0-1,0 0 0,-2-4-27,-64-112 752,13 48-3503,49 65 255</inkml:trace>
  <inkml:trace contextRef="#ctx0" brushRef="#br0" timeOffset="12">4861 3185 5017,'21'55'3359,"41"63"-1932,-28-19-316,-50-256 279,14 140-1388,1 1 0,1-1 0,0 1 0,1-1 0,1 1 0,0-1 0,2 1 0,0 0 1,0 0-1,2 1 0,4-11-2,-9 24-4,0 0 0,0 0 1,0 1-1,0-1 1,0 0-1,0 1 0,0-1 1,1 1-1,-1-1 1,1 1-1,-1 0 1,1-1-1,-1 1 0,1 0 1,0 0-1,-1 0 1,1 0-1,0 1 0,0-1 1,0 0-1,0 1 1,0-1-1,0 1 0,0 0 1,0-1-1,0 1 1,0 0-1,0 0 0,0 1 1,0-1-1,0 0 1,0 1-1,0-1 0,0 1 1,0-1-1,-1 1 1,1 0-1,0 0 1,0 0-1,-1 0 0,1 0 1,0 0-1,-1 1 1,1-1-1,-1 0 0,1 1 1,-1-1-1,0 1 1,1 1 3,123 194 97,-123-193-98,0-1 0,-1 1 0,1-1 0,0 0 0,0 0 0,1 0 1,-1 0-1,1 0 0,0 0 0,-1-1 0,1 1 0,0-1 0,1 0 0,-1 0 0,0 0 0,0 0 0,1 0 1,-1-1-1,1 0 0,0 1 0,-1-1 0,1-1 0,0 1 0,0-1 0,-1 1 0,1-1 0,0 0 0,0 0 1,0-1-1,-1 1 0,1-1 0,0 0 0,0 0 0,-1 0 0,1 0 0,-1-1 0,1 1 0,2-2 1,0-4 14,1 0 0,-1 0 0,0 0 0,-1-1 0,0 1 0,0-1-1,-1-1 1,1 1 0,-2-1 0,1 1 0,-1-1 0,-1 0 0,0 0 0,0 0-1,-1-1 1,0 1 0,0-1-14,-9-160 147,-15 106 0,6 94-167,15-17 8,1 0 1,0-1 0,1 1 0,0 0-1,1-1 1,1 1 0,0-1-1,0 1 1,1-1 0,1 0-1,0 0 1,1 0 0,0 0 0,1-1-1,0 0 1,1 0 0,0 0-1,0-1 1,1 0 11,0-7-125,0 1-1,-1-1 1,1-1 0,0 1-1,1-1 1,-1-1-1,0 0 1,1 0 0,-1 0-1,0-1 1,1 0 0,-1-1-1,0 0 1,1 0 0,-1-1-1,0 0 1,0 0 0,0-1-1,0 0 1,0 0-1,-1-1 1,0 0 0,1-1-1,-1 1 1,-1-1 0,1-1-1,-1 1 1,0-1 0,0 0-1,1-3 126,29-25-2490</inkml:trace>
  <inkml:trace contextRef="#ctx0" brushRef="#br0" timeOffset="13">5849 2795 3681,'-4'1'468,"-1"-1"0,1 1 1,0 0-1,0 0 0,-1 0 1,1 0-1,0 1 0,0 0 1,0 0-1,0 0 0,0 0 1,1 1-1,-1-1 0,1 1 0,0 0 1,-3 2-469,1 0 101,0 1-1,0 0 1,0 0 0,1 0 0,0 1 0,0 0 0,1-1-1,0 1 1,0 1 0,0-1 0,1 0 0,0 1 0,1-1-1,-1 6-100,1 1 18,1 0 0,0 0-1,1-1 1,1 1 0,0 0 0,1 0-1,1-1 1,2 8-18,-4-17-8,-1 0 0,0 0 0,1-1 0,0 1 0,0 0 0,0-1 0,0 1 0,1-1-1,-1 0 1,1 0 0,0 0 0,0 0 0,0 0 0,0-1 0,1 1 0,-1-1 0,1 0 0,-1 0 0,1 0 0,0-1 0,0 1 0,-1-1 0,1 0 0,0 0 0,0 0 0,0-1 0,1 1-1,-1-1 1,0 0 0,0 0 0,1 0 8,-2-1 3,0 0 0,1 0-1,-1 0 1,0 0-1,0-1 1,0 0-1,0 1 1,0-1 0,-1 0-1,1 0 1,0 0-1,-1-1 1,0 1 0,1 0-1,-1-1 1,0 0-1,0 0 1,-1 1 0,1-1-1,0 0 1,-1 0-1,0-1 1,0 1-1,0 0 1,0 0 0,0 0-1,0-4-2,5-93 358,-10 68-304,-1 0 0,-1 0 0,-2 1 0,-2 0 0,0 1 0,-2 0 0,-1 1 0,-2 0 0,-1 1 0,-1 1 0,-1 0-1,-1 1 1,-1 1 0,-13-11-54,11 16-889</inkml:trace>
  <inkml:trace contextRef="#ctx0" brushRef="#br0" timeOffset="14">4532 4509 3081,'-4'-8'6954,"7"18"-5674,13 26-1703,134 254 736,-41-98-817,-127-236-2714,-97-159-286,-81-93 6687,193 291-3073,-47-81 1727,48 84-1806,1 0-1,0-1 1,0 0-1,0 1 1,1-1-1,-1 0 1,0 1-1,1-1 1,0 0-1,-1 0 1,1 1 0,0-1-1,1 0 1,-1 0-1,0 1 1,1-1-1,0 0 1,-1 1-1,1-1 1,0 0-1,0 1 1,1-1-1,-1 1 1,0 0 0,1-1-1,0 1 1,-1 0-1,1 0 1,0 0-1,0 0 1,0 0-1,0 0 1,1 0-31,141-42 283,-135 41-272,1 1 1,0 0 0,0 1-1,0 0 1,0 0 0,0 1-1,0 0 1,-1 1 0,1 0-1,0 1 1,0 0 0,1 1-12,-7 0 39,-1-1 1,-1 1 0,1 0 0,0 1 0,-1-1 0,1 0 0,-1 1 0,0 0 0,0-1-1,-1 1 1,1 0 0,-1 0 0,0 0 0,0 0 0,0 0 0,0 0 0,-1 0 0,1 0 0,-1 1-1,0-1 1,-1 0 0,1 0 0,-1 0 0,0 0 0,0 0 0,0 0 0,0 0 0,-2 2-40,3-3 22,-4 25 236,2-11-92,1 0 0,-2 0 0,0 0 0,-2 0 0,1-1 0,-2 0 0,0 0 0,-1 0 1,-1-1-1,0 0 0,-1 0 0,-5 5-166,16-35-14,-1 10 6,1-1 0,-1 0 0,1 1 0,1 0 1,-1-1-1,1 1 0,0 0 0,0 0 0,0 0 0,1 1 0,-1-1 0,1 1 0,0 0 0,1 0 0,-1 0 0,1 1 0,-1-1 0,1 1 0,0 0 0,1 1 0,-1-1 0,0 1 0,1 0 0,-1 0 0,1 1 0,-1 0 0,1 0 0,0 0 0,0 0 1,0 1-1,-1 0 0,4 1 8,-2-1 5,1 0 0,-1 1 1,0 0-1,0 0 1,0 0-1,0 1 0,0 0 1,0 1-1,0 0 0,-1 0 1,1 0-1,-1 1 1,0 0-1,0 0 0,0 0 1,-1 1-1,1 0 0,-1 0 1,0 0-1,-1 1 1,1 0-1,-1-1 0,0 2 1,-1-1-1,1 0 1,-1 1-1,1 5-5,-1 5 48,-1-1 1,-1 1-1,0 0 0,-1 0 0,-1 0 1,-1 0-1,-1-1 0,0 1 1,-1-1-1,0 0 0,-2 0 0,0 0 1,0 0-1,-2-1 0,0 0 1,0-1-1,-2 0 0,1 0 0,-2-1 1,0 0-1,0-1 0,-2 0 1,1-1-1,-8 5-48,17-13-25,-1 0-1,1 0 1,-1-1 0,1 0 0,-1 1-1,0-1 1,0 0 0,0-1 0,0 1-1,0-1 1,-1 0 0,1 0 0,0 0-1,0 0 1,-1-1 0,1 0 0,-1 0-1,1 0 1,0 0 0,-1-1 0,1 0-1,0 1 1,0-2 0,-1 1 0,1 0-1,0-1 1,0 0 0,0 0 0,0 0-1,-2-2 26,-10-13-957</inkml:trace>
  <inkml:trace contextRef="#ctx0" brushRef="#br0" timeOffset="15">6557 1047 5793,'-1'32'5632,"3"34"-4662,90 365 1297,-87-401-2210,39 135 178,-43-164-233,-1-1 1,1 1-1,0-1 0,-1 1 1,1 0-1,0-1 1,0 0-1,0 1 0,-1-1 1,1 1-1,0-1 1,0 0-1,0 0 0,0 1 1,0-1-1,0 0 1,0 0-1,0 0 0,-1 0 1,1 0-1,0 0 1,0 0-1,0 0 0,0-1 1,0 1-1,0 0 1,0 0-1,0-1 0,-1 1 1,1-1-1,0 1 1,0-1-1,0 1 0,-1-1 1,1 1-1,0-1 0,-1 0 1,1 1-1,-1-1 1,1 0-1,0 1 0,-1-1 1,1 0-1,-1 0 1,0 0-1,1 0 0,-1 1 1,0-1-1,1 0 1,-1 0-1,0 0 0,0 0 1,0 0-1,0 0 1,0 0-3,2-3 9,10-16 19,1 0 0,0 0 0,1 1 0,1 1 0,1 1 0,0 0 0,2 1 0,0 1 0,0 0 0,1 2 0,20-11-28,-19 13-127,0 0-1,-1-2 0,-1 0 0,0 0 0,0-2 1,-2 0-1,0-2 0,0 1 0,-2-2 1,2-2 127,5-10-1771</inkml:trace>
  <inkml:trace contextRef="#ctx0" brushRef="#br0" timeOffset="16">6592 1055 9138,'0'-3'3601,"7"-8"-2641,6-4-48,15-7-568,1-8-80,6-2-80,-2 0-72,2 0-248,-1 6-560</inkml:trace>
  <inkml:trace contextRef="#ctx0" brushRef="#br0" timeOffset="17">6614 1379 7658,'0'5'3336,"4"2"-1911,10-10-521,10-4-440,8-18-232,6-7-56,7-3-104,-3-7-192,1 3-1384</inkml:trace>
  <inkml:trace contextRef="#ctx0" brushRef="#br0" timeOffset="18">7142 642 8594,'-3'15'3513,"3"22"-2377,3 5-248,3 16-624,2 3-136,3 14-72,-1 2 0,7 4-8,1-2 0,4-10-16,0-7-8,-3-18-216,2-4-312,-6-20-944,-2-9-993</inkml:trace>
  <inkml:trace contextRef="#ctx0" brushRef="#br0" timeOffset="19">7729 985 3473,'-8'-13'4675,"2"-13"-2690,3 14-1068,2 8-784,0 1-1,0 0 0,0-1 0,-1 1 0,1-1 0,-1 1 1,0 0-1,0 0 0,0 0 0,-1 0 0,1 1 0,-1-1 1,1 0-1,-1 1 0,0 0 0,0 0 0,0 0 1,0 0-1,0 0 0,-1 0 0,1 1 0,-1 0 0,1-1-132,-2 1 14,0 0 1,0 0-1,0 1 0,0-1 0,-1 1 0,1 0 0,0 0 0,0 1 0,0 0 0,0 0 1,0 0-1,0 0 0,1 1 0,-1 0 0,0 0 0,0 0 0,1 0 0,0 1 0,-1 0 1,1 0-1,0 0 0,0 0 0,1 0 0,-1 1 0,0 0-14,-3 7-6,1 0 0,0 1 0,0 0 0,1 0 0,1 0 0,0 0 1,0 1-1,1 0 0,1-1 0,0 1 0,1 0 0,0 0 0,1 0 0,1 0 0,0 0 0,1 0 0,0 0 0,1 0 0,0-1 0,1 1 0,0-1 0,6 11 6,-8-19-3,0-1-1,0 0 1,0 1-1,0-1 0,0 0 1,1 0-1,0-1 1,-1 1-1,1 0 1,0-1-1,0 0 0,1 0 1,-1 0-1,0 0 1,1 0-1,-1 0 0,1-1 1,-1 0-1,1 0 1,0 0-1,0 0 0,-1 0 1,1-1-1,0 0 1,0 0-1,0 0 1,0 0-1,-1 0 0,1-1 1,0 0-1,0 0 1,0 0-1,-1 0 0,1 0 1,-1-1-1,1 0 1,-1 1-1,0-1 0,1 0 1,-1-1-1,0 1 1,2-2 3,4-9 26,-1 0 0,0 0 0,-1 0 0,0-1 0,-1 0 0,0 0 0,-1-1 0,-1 0 0,-1 1 0,0-1 0,1-9-26,-3 18 18,6-45 318,-3-1 1,-1 0 0,-3 0-1,-7-50-336,2 11 106,-16-165-1729,14 225-829</inkml:trace>
  <inkml:trace contextRef="#ctx0" brushRef="#br0" timeOffset="20">8048 726 5841,'-19'31'5817,"-5"-2"-3605,-23 40-1043,17 31-738,29-96-429,0-1 1,1 1 0,0 0-1,0 0 1,0 0 0,0 0-1,1-1 1,-1 1-1,1 0 1,0 0 0,0-1-1,1 1 1,-1 0 0,1-1-1,-1 0 1,1 1-1,0-1 1,1 0 0,-1 0-1,0 0 1,1 0-1,0 0 1,-1-1 0,1 1-1,0-1 1,1 0-3,0-1-1,1 0-1,0 0 1,-1-1 0,1 0 0,0 0-1,0 0 1,-1 0 0,1-1-1,0 0 1,-1 0 0,1 0 0,-1-1-1,1 1 1,-1-1 0,0 0-1,0 0 1,1-1 0,-1 1 0,-1-1-1,1 0 1,0 0 0,-1 0-1,1 0 1,-1-1 0,0 0 0,0 1-1,-1-1 1,1-2 1,4-1 12,-1-1-1,-1 0 1,0-1-1,0 1 1,0-1-1,-1 0 1,-1 0 0,1-1-1,-2 1 1,1-1-1,-1 0 1,-1 1 0,1-1-1,-2 0 1,1 0-1,-2 0 1,1 0 0,-1 0-1,-1 1 1,1-1-1,-2 0 1,1 1-1,-1-1 1,-1 1 0,0 0-1,0 0 1,-1 0-1,0 1 1,0 0 0,-1 0-1,0 0 1,-7-6-12,12 12-77,0 1 0,-1-1 1,1 0-1,-1 1 1,0-1-1,1 1 0,-1-1 1,0 1-1,0 0 1,0 0-1,0 0 0,0 0 1,0 0-1,0 0 0,-1 1 1,1-1-1,0 1 1,0-1-1,0 1 0,-1 0 1,1 0-1,0 0 0,0 0 1,-1 0-1,1 0 1,0 1-1,0-1 0,-1 1 1,1 0-1,0-1 0,0 1 1,0 0-1,0 0 77,-8 11-2302</inkml:trace>
  <inkml:trace contextRef="#ctx0" brushRef="#br0" timeOffset="21">8236 630 5089,'11'17'4234,"0"16"-2177,0-3-1349,-6-20-584,0 0 1,-1 0-1,0 1 0,0 0 1,-1-1-1,-1 1 0,0 0 0,0 0 1,0 7-125,17 77 1587,-24-105-1429,1 0 0,1 0 0,0 0-1,0 0 1,1 0 0,0 0 0,1-1 0,0 1 0,1-1 0,0 1 0,1-1 0,0 1 0,0-1-1,1 1 1,3-9-158,29-118-692,-18 95-1871,-5 28 178</inkml:trace>
  <inkml:trace contextRef="#ctx0" brushRef="#br0" timeOffset="22">8687 515 6449,'-7'-28'6955,"-11"4"-4109,16 22-2838,0 0 0,0 0 1,0 1-1,0-1 0,0 1 1,0-1-1,0 1 0,-1 0 0,1 0 1,0 0-1,-1 0 0,1 0 1,-1 0-1,1 1 0,-1-1 1,1 1-1,-1 0 0,0 0 0,1 0 1,-1 0-1,1 0 0,-1 0 1,1 1-1,-1-1 0,1 1 0,-1 0 1,1 0-1,-1 0 0,1 0 1,0 0-1,-1 0 0,1 1 1,-1 0-9,-7 8-16,1 0 0,0 0 0,0 1 0,1 0 0,0 1 0,1-1 1,1 1-1,0 1 0,0 0 0,2-1 0,-1 1 0,1 1 0,1-1 1,1 1-1,0-1 0,0 1 0,1 0 0,1 0 16,0-10-4,0 0-1,-1 0 0,2 0 1,-1 0-1,0 0 0,1 0 1,0 0-1,0 0 0,0 0 1,0 0-1,1-1 1,-1 1-1,1 0 0,0-1 1,0 0-1,0 1 0,1-1 1,-1 0-1,1 0 0,-1 0 1,1 0-1,0-1 1,1 1-1,-1-1 0,0 0 1,0 0-1,1 0 0,0 0 1,-1 0-1,1-1 1,0 0-1,0 0 0,-1 0 1,1 0-1,0 0 0,0-1 1,0 0-1,2 0 5,3-5 9,1 0 1,-1-1-1,0-1 0,-1 0 0,1 0 0,-1 0 1,-1-1-1,0-1 0,0 1 0,0-1 1,-1 0-1,0 0 0,-1-1 0,0 0 0,-1 0 1,0 0-1,1-3-9,8-16 23,-12 30-23,-1-1 0,0 1 0,1-1 0,-1 1 1,0-1-1,1 1 0,-1-1 0,0 1 0,1-1 0,-1 0 0,1 1 0,-1-1 0,1 0 0,-1 0 0,1 1 1,-1-1-1,1 0 0,-1 0 0,1 0 0,-1 1 0,1-1 0,-1 0 0,1 0 0,-1 0 0,1 0 0,0 0 1,-1 0-1,1 0 0,-1 0 0,1 0 0,-1 0 0,1-1 0,-1 1 0,1 0 0,-1 0 0,1 0 0,-1-1 1,1 1-1,-1 0 0,1-1 0,-1 1 0,1 0 0,-1-1 0,0 1 0,1-1 0,-1 1 0,2 5-4,-1 4-178,2 0 0,-1 0 0,1 0 1,1-1-1,0 1 0,0-1 0,0 0 0,1 0 0,0 0 0,1-1 0,0 0 0,0 0 1,0 0-1,1-1 0,0 0 0,0 0 0,1-1 0,2 2 182,17 7-3150</inkml:trace>
  <inkml:trace contextRef="#ctx0" brushRef="#br0" timeOffset="23">9166 401 6985,'-73'5'7564,"68"-4"-7471,0 0-1,-1 1 0,1-1 1,0 1-1,0 0 0,0 0 0,0 1 1,0 0-1,0-1 0,1 2 0,0-1 1,-1 0-1,1 1 0,0 0 0,1 0 1,-1 0-1,1 0 0,-2 4-92,0-1 5,1 1 1,0 0-1,0 1 0,1-1 0,0 1 0,1-1 1,0 1-1,0 0 0,1 0 0,0 0 1,1 0-1,-1 0 0,2 0 0,-1 0 0,2 0 1,-1 0-1,1-1 0,0 1 0,1 0 1,0-1-1,0 1 0,1-1 0,4 7-5,-6-12-64,1 0-1,0-1 0,0 0 1,0 1-1,0-1 0,0 0 1,0 0-1,0-1 1,1 1-1,-1-1 0,1 1 1,-1-1-1,1 0 0,-1 0 1,1-1-1,0 1 1,-1-1-1,1 0 0,0 0 1,0 0-1,-1 0 1,1-1-1,0 1 0,-1-1 1,1 0-1,-1 0 0,1-1 1,-1 1-1,1-1 1,-1 1-1,0-1 0,0 0 1,1 0 64,26-15-1611</inkml:trace>
  <inkml:trace contextRef="#ctx0" brushRef="#br0" timeOffset="24">9235 1 6913,'-3'18'3393,"-3"25"-1352,0 1-321,3 2-920,3 4-200,1 2-200,4 7-24,1 0-39,1-2-73,-1-6-120,-1-5-48,1-5-56,-3-6-88,0-7-488,0-8-377,0-11-1743</inkml:trace>
  <inkml:trace contextRef="#ctx0" brushRef="#br0" timeOffset="25">9619 254 7282,'-45'37'9433,"37"-29"-9229,1 0 1,-1 1-1,1 0 0,1 0 0,-1 1 0,2-1 0,-1 2 0,1-1 0,1 0 0,-1 3-204,2-7 7,-1 0 1,1 1-1,1 0 0,-1-1 0,1 1 1,0 0-1,0 0 0,1 1 1,0-1-1,0 0 0,1 0 1,0 1-1,0-1 0,1 0 0,0 0 1,0 0-1,1 0 0,0 1 1,0-2-1,0 1 0,1 0 1,0 0-1,0-1 0,1 0 0,0 0 1,0 0-1,0 0 0,1 0 1,0-1-1,0 0 0,0 0 0,1 0 1,0-1-1,2 2-7,-4-4-22,-1-1 0,1 1 0,0-1 0,1 0 0,-1 0 0,0 0 0,0 0 0,0-1 0,0 0 0,1 0 0,-1 0 0,0 0 0,0-1 0,1 1 0,-1-1 0,0 0 0,0 0 0,0-1 0,0 1 0,0-1 0,-1 0 0,1 0 0,0 0 0,-1-1 0,1 1 0,-1-1 0,0 0 0,0 0 0,0 0 0,2-3 22,2-2-51,0-1-1,-1 0 0,0-1 0,0 1 0,-1-1 1,0 0-1,-1 0 0,0-1 0,-1 1 0,0-1 0,0-4 52,-1 5 13,-1 0 0,0 0-1,-1 0 1,0 0 0,0 0-1,-1 0 1,0 0 0,-1 0-1,0 0 1,-1 0 0,0 1 0,-1-1-1,1 1 1,-2 0 0,1 0-1,-1 0 1,-1 0 0,-1 0-13,6 7-66,0 0 1,0 0-1,0 0 1,0 0-1,-1 1 1,1-1 0,-1 0-1,1 1 1,-1-1-1,0 1 1,0 0-1,1-1 1,-1 1 0,0 0-1,0 0 1,0 0-1,0 1 1,0-1-1,-1 0 1,1 1 0,0-1-1,0 1 1,0 0-1,-1-1 1,1 1-1,0 0 1,0 1 0,0-1-1,-1 0 1,1 1-1,0-1 1,0 1-1,0 0 1,-1 0 65,-27 20-2495</inkml:trace>
  <inkml:trace contextRef="#ctx0" brushRef="#br0" timeOffset="26">6490 2285 5345,'7'49'3359,"17"23"-2648,-6-23-493,-4 3-96,4-1 1,1 0-1,2-1 0,3-1 1,5 4-123,-29-89 1699,-1 32-1689,-2-18 28,1-1 0,1 0 0,1 0-1,1 0 1,1 0 0,1 1 0,1-1 0,1 1 0,1-1 0,3-5-38,-8 26 2,0 0 0,0 0 1,1 0-1,-1 1 0,0-1 0,1 0 0,-1 1 0,1-1 0,0 1 0,-1-1 0,1 1 0,0 0 0,0 0 1,0-1-1,0 2 0,0-1 0,0 0 0,0 0 0,0 1 0,0-1 0,0 1 0,1-1 0,-1 1 0,0 0 0,0 0 1,0 0-1,1 0 0,-1 0 0,0 1 0,0-1 0,0 1 0,0-1 0,1 1 0,-1 0 0,0 0 0,0 0 1,0 0-1,-1 0 0,1 0 0,0 1 0,0-1 0,1 2-2,62 72 788,-63-68-722,0 0-1,0 0 1,-1 1-1,0-1 1,0 0-1,0 1 1,-1-1-1,0 0 1,-1 1-1,0-1 1,0 0-1,0 1 1,-1-1-1,0 0 1,-1 0-1,1 0 1,-1 0-1,-1-1 1,1 1-1,-1-1 1,0 0-1,-1 0 1,1 0-1,-1-1 1,0 1-1,-1-1 1,1 0-1,-1-1 1,0 0-1,0 1 1,-1-2-1,1 1 1,-1-1-1,0 0 1,-5 2-66,10-6-84,0 1 0,1 0 0,-1 0 0,0-1 0,1 1 0,-1-1 0,1 1 0,-1-1 0,1 0 0,-1 0 0,1 0 0,-1 0 1,1 0-1,0 0 0,-1 0 0,1 0 0,0 0 0,0 0 0,0-1 0,0 1 0,0 0 0,0-1 0,0 1 0,1-1 0,-1 1 0,0-1 0,1 0 0,-1 1 0,1-1 0,0 0 0,0 1 0,-1-1 0,1 0 0,0 1 0,0-1 1,0 0-1,1 1 0,-1-1 0,0 0 0,1 1 0,-1-1 0,1 1 0,-1-1 0,1 0 84,2-28-3214</inkml:trace>
  <inkml:trace contextRef="#ctx0" brushRef="#br0" timeOffset="27">6943 2342 2433,'42'84'6166,"-31"-54"-5435,-10-24-701,0-1 1,0 1 0,0-1-1,1 0 1,0 1-1,0-1 1,0 0 0,0 0-1,1 0 1,0 0 0,0 0-1,0-1 1,1 0 0,0 1-1,-1-1 1,1 0-1,1-1 1,-1 1 0,1-1-1,-1 0 1,1 0 0,0 0-1,0-1 1,0 1 0,0-1-1,1-1 1,-1 1 0,3 0-31,-3-4 13,-1-1 0,0 0 0,0 0 0,0 0 0,0 0 0,-1 0 0,1-1 0,-1 0 0,0 0 0,0 0 1,0 0-1,0 0 0,-1 0 0,0-1 0,0 1 0,0-1 0,0 0 0,-1 1 0,0-1 0,0 0 0,0 0 1,0-2-14,1-13 131,0 0 1,-1 0-1,-2 0 0,0 0 1,0 0-1,-5-18-131,3 23 37,-19-54 112,105 212 75,-45-95-209,7 8 81,-2 2-1,-3 2 1,7 17-96,-41-63 121,-1 0 1,0 1-1,-1 0 0,-1 0 1,0 0-1,-1 0 0,-1 1 1,0-1-1,-1 0 0,0 1 1,-2-1-1,0 0 1,0 1-1,-1-1 0,-1-1 1,-1 1-1,0 0 0,-1-1 1,0 0-1,-1 0 0,-1-1 1,0 0-1,-1 0 1,0-1-1,-1 0 0,0-1 1,-1 0-1,0 0 0,-1-2 1,0 1-1,-1-1 0,0-1 1,-11 6-122,21-12-23,1 0-1,-1 0 1,0-1 0,0 1 0,0-1-1,0 0 1,0 1 0,0-1 0,0 0 0,-1-1-1,1 1 1,0-1 0,0 1 0,-1-1 0,1 0-1,0 0 1,-1 0 0,1-1 0,0 1-1,0-1 1,-1 0 0,1 0 0,0 0 0,0 0-1,0-1 1,0 1 0,0-1 0,0 1 0,1-1-1,-1 0 1,1 0 0,-2-2 23,-16-27-1067</inkml:trace>
  <inkml:trace contextRef="#ctx0" brushRef="#br0" timeOffset="28">8016 1793 5649,'-20'-44'5101,"-38"-56"-1727,-13 47-2674,69 52-712,0 0 0,0 1-1,0-1 1,0 0-1,0 1 1,0-1-1,-1 1 1,1-1 0,0 1-1,0 0 1,0 0-1,-1 0 1,1 0-1,0 1 1,0-1-1,-1 1 1,1-1 0,0 1-1,0 0 1,0-1-1,0 1 1,0 0-1,0 1 1,0-1 0,0 0-1,0 0 1,1 1-1,-1-1 1,1 1-1,-1 0 1,1-1 0,-1 1-1,1 0 1,0 0-1,0 0 1,0 0-1,-1 1 13,-7 23-69,1 1 0,1 0 0,2 1 0,0 0 0,2-1 0,1 1 1,2 0-1,0 0 0,2 0 0,1 0 0,5 21 69,-6-30-16,1 0 0,1 0 0,1-1 0,0 0 0,2 1 0,0-2 0,0 1 1,2-1-1,6 8 16,-12-19-7,1 0 1,0-1 0,0 0 0,1 0 0,-1 0-1,1-1 1,0 1 0,1-1 0,-1 0-1,1-1 1,0 1 0,0-1 0,0 0-1,0-1 1,0 1 0,0-1 0,1 0 0,-1-1-1,1 0 1,0 0 0,-1 0 0,1-1-1,0 0 1,-1 0 0,1-1 0,0 1-1,-1-2 1,3 0 6,13-4-90,-1 0 0,0-2 0,-1-1 0,0-1 0,0 0 0,-1-1 0,0-1 1,-1-1-1,0-1 0,-1-1 0,12-13 90,3-11-1457,-10-3-1359</inkml:trace>
  <inkml:trace contextRef="#ctx0" brushRef="#br0" timeOffset="29">8224 1493 4177,'64'150'7221,"11"82"-5825,-41-122-686,-3-38-227,-27-68 294,-9-26-296,20-174-36,4 92-432,-19 103-15,0-1 0,0 1-1,1 0 1,-1-1 0,0 1 0,1 0-1,-1-1 1,1 1 0,0 0-1,-1-1 1,1 1 0,0 0-1,0 0 1,0 0 0,-1 0 0,1 0-1,1 0 1,-1 0 0,0 0-1,0 0 1,0 0 0,0 1-1,1-1 1,-1 0 0,0 1 0,0-1-1,1 1 1,-1 0 0,1-1-1,-1 1 1,0 0 0,1 0-1,-1 0 1,1 0 0,-1 0-1,0 0 1,1 0 0,-1 0 0,1 0-1,-1 1 1,0-1 0,1 1-1,-1-1 1,0 1 0,1-1-1,-1 1 1,0 0 0,0 0 0,0 0-1,0 0 1,0-1 0,0 1 2,58 54-5,18 28-2418,-61-78-1739,-11-9 1185</inkml:trace>
  <inkml:trace contextRef="#ctx0" brushRef="#br0" timeOffset="30">8731 1644 2761,'4'-31'3189,"1"1"3306,-5 31-5755,39 133 890,-37-129-1612,0 0 0,1 0 0,-1-1 0,1 1 0,0-1 0,1 1 0,-1-1 0,1 0 0,0 0 0,0-1 0,0 1 0,0-1 0,1 0 0,-1 0 0,1 0 0,0-1 0,0 1 0,0-1 0,0-1 0,0 1 0,0-1 0,0 1 0,1-2 0,-1 1 0,0 0 0,1-1 0,0 0-18,-2-4 70,1 1 0,0-1 1,-1 0-1,0-1 1,0 1-1,0-1 0,0 1 1,-1-1-1,1-1 1,-1 1-1,-1 0 0,1-1 1,-1 1-1,0-1 1,0 0-1,-1 1 0,1-1 1,-1 0-1,0 0 1,-1 0-1,0 0 1,0-3-71,0 9 2,2-13 40,-2 1 0,1 0 1,-2-1-1,1 1 1,-2-1-1,0 1 0,0 0 1,-1 0-1,-1 0 1,0 0-1,0 0 0,-3-3-42,-28-47-2612,35 61 3</inkml:trace>
  <inkml:trace contextRef="#ctx0" brushRef="#br0" timeOffset="31">9209 1413 8066,'-34'-23'9194,"32"22"-9203,-1 0 0,1 0 0,0 0 0,0 0 0,-1 0 1,1 0-1,-1 1 0,1-1 0,-1 1 0,1 0 0,-1-1 0,1 1 0,-1 0 0,1 1 1,-1-1-1,1 0 0,-1 1 0,1-1 0,-1 1 0,1 0 0,0 0 0,-1 0 1,1 0-1,0 0 0,0 0 0,0 1 0,0-1 0,0 1 0,0 0 0,0-1 0,0 1 1,1 0-1,-1 0 0,1 0 0,-1 1 9,-2 7 6,1 0 1,0 0 0,1 0-1,1 1 1,-1-1-1,2 1 1,-1-1-1,1 0 1,1 1-1,0-1 1,0 1-1,1-1 1,1 0-1,0 0 1,0 0-1,1 0 1,0-1-1,1 2-6,-2-7-2,0 1 0,0-1 0,1 0 0,-1 0 0,1 0 0,0 0 0,0-1 0,1 1 0,-1-1-1,1 0 1,-1 0 0,1-1 0,0 0 0,0 1 0,0-2 0,1 1 0,-1 0 0,0-1 0,1 0 0,-1-1 0,0 1-1,1-1 1,-1 0 0,1 0 0,-1 0 0,1-1 0,-1 0 0,1 0 2,4-1-209,-1-1 0,1 0 1,-1 0-1,0-1 0,0 0 1,0 0-1,0-1 0,0 0 0,-1-1 1,0 0-1,0 0 0,-1-1 0,0 1 1,6-8 208,9-18-1987</inkml:trace>
  <inkml:trace contextRef="#ctx0" brushRef="#br0" timeOffset="32">9384 1004 4609,'15'73'7489,"40"32"-5678,-22-46-1130,72 123-70,-92-135-1152,-9-60-6518,1-18 5729,25-203 862,-26 158 4790,-7 107 1610,1 13-3981,-4 59-1060,-12 40-154,19-141-746,0 0-1,0-1 0,0 1 0,0 0 1,0-1-1,0 1 0,1 0 1,-1-1-1,0 1 0,1-1 1,-1 0-1,1 0 0,0 1 1,-1-1-1,1 0 0,0 0 0,0-1 1,0 1-1,0 0 0,0-1 1,0 1-1,0-1 0,0 1 1,0-1-1,0 0 0,0 0 1,0 0-1,0 0 0,0 0 0,0 0 1,0-1-1,0 1 0,0-1 1,0 1-1,-1-1 0,1 0 1,0 0-1,0 0 0,0 0 1,-1 0-1,1 0 0,0 0 0,-1 0 1,1-1-1,0-1 10,19-4-29,55-15-1207,-37 10-191</inkml:trace>
  <inkml:trace contextRef="#ctx0" brushRef="#br0" timeOffset="33">5263 4567 6585,'0'-3'2855,"1"-15"-2278,-8-91 134,-12-20-331,18 128-375,1 0 1,-1-1 0,0 1-1,0 0 1,0 0-1,1 0 1,-1 0 0,0 0-1,0 0 1,0 0 0,-1 1-1,1-1 1,0 0-1,0 0 1,0 1 0,0-1-1,-1 1 1,1-1 0,0 1-1,-1 0 1,1-1-1,0 1 1,-1 0 0,1 0-1,0 0 1,-1 0-1,1 0 1,0 0 0,-1 0-1,1 1 1,0-1 0,-1 0-1,1 1 1,0-1-1,0 1 1,-1-1 0,1 1-1,0 0 1,0 0 0,0-1-1,0 1 1,0 0-1,0 0 1,0 0 0,0 0-1,0 0 1,0 0 0,1 0-1,-1 0 1,0 1-1,0 0-5,-5 11 8,1 0-1,1 0 1,0 1-1,0 0 1,1 0-1,1 0 1,1 0-1,0 0 1,0 0-1,1 0 1,1 0-1,1 1 1,0-1-1,1 0 1,0-1-1,1 1 1,0-1-1,2 1 1,-1-1-1,2-1 1,-1 1-1,2-1 1,-1 0-1,2-1 1,0 0-1,0 0-7,-6-8 7,1 0-1,-1-1 0,0 1 1,1-1-1,-1 0 1,1 0-1,0-1 1,0 1-1,0-1 1,0 1-1,0-1 1,0 0-1,0-1 0,0 1 1,0-1-1,0 0 1,1 0-1,-1 0 1,0-1-1,0 1 1,0-1-1,0 0 1,0 0-1,0 0 0,0-1 1,0 1-1,0-1 1,-1 0-1,1 0 1,-1-1-1,1 1 1,-1-1-1,0 1 0,0-1 1,0 0-1,0 0 1,0 0-1,-1-1 1,0 1-1,1-1 1,-1 1-1,0-1 1,1-3-7,58-95-399,-51 68-331</inkml:trace>
  <inkml:trace contextRef="#ctx0" brushRef="#br0" timeOffset="34">5452 4200 5425,'28'75'5208,"50"24"-4685,-66-85-243,53 65 271,-140-213 1517,67 119-2092,0-1 0,2 1 0,0-1 0,0 0 0,1-1 1,1 1-1,1-1 0,1 0 0,0 0 0,1 0 0,0 0 0,2 0 0,1-5 24,17-17-1757,-4 29-300</inkml:trace>
  <inkml:trace contextRef="#ctx0" brushRef="#br0" timeOffset="35">5814 3957 5825,'14'38'4373,"-4"-18"-3794,25 104 733,5-44 817,-95-208-1829,28-49-274,26 173-123,1 0 0,0 0 0,0 0 0,0 0 0,0 0 0,1 0 0,-1 0 0,1 0 0,0 0-1,0 0 1,1 0 0,-1 0 0,1 0 0,0 1 0,0-1 0,0 1 0,0 0 0,1-1 0,-1 1-1,1 0 1,0 0 0,0 1 0,0-1 0,0 0 0,0 1 0,1 0 97,14-5-2826</inkml:trace>
  <inkml:trace contextRef="#ctx0" brushRef="#br0" timeOffset="36">6088 3700 6833,'-1'7'5652,"16"2"-4271,-5-3-1379,45 30 74,-34-19-71,1-1 1,1-1 0,1-2 0,0 0-1,0-1 1,1-1 0,1-2-1,0 0 1,0-2 0,1 0 0,-1-2-1,11-1-5,-13-4-1095,-18 0-204</inkml:trace>
  <inkml:trace contextRef="#ctx0" brushRef="#br0" timeOffset="37">6519 3519 8418,'-4'7'3497,"1"15"-2201,-3 7-200,3 12-552,9 8-128,-5 10-144,10 5-72,1 3-48,-10 0-8,4 6-32,0 2-16,-8 4-40,2-2-16,0-5-8,-6-8-256,11-20-664,-4-6-720</inkml:trace>
  <inkml:trace contextRef="#ctx0" brushRef="#br0" timeOffset="38">7042 3543 5113,'34'-3'4887,"18"-31"-3470,-31 18-889,39-16-259,0 2-1,2 2 1,1 4 0,10 0-269,-12 2 55,-29 11-29,0 0 0,-1-3 1,-1 0-1,0-2 0,-1-1 1,-1-2-1,8-7-26,102-99-1598,-113 107-461</inkml:trace>
  <inkml:trace contextRef="#ctx0" brushRef="#br0" timeOffset="39">8420 2666 6529,'-5'17'4361,"23"15"-4135,-12-23 54,4 8-234,13 18 13,-2 0-1,-1 2 1,-2 0-1,-2 1 1,1 9-59,-12-10 474,-18-62 562,9 9-1011,1-1-1,0 1 0,2-1 0,0 1 0,1-1 1,0 1-1,2-1 0,0 1 0,0 0 0,2-1 0,0 1 1,1 0-1,0 1 0,1 0 0,1-1 0,1 2 1,0-1-1,1 1 0,0 1 0,1-1 0,0 2 0,1-1 1,5-2-25,-14 13-2,1 0 1,0 0-1,0 1 1,0 0 0,0-1-1,0 1 1,0 0-1,0 0 1,0 0 0,0 1-1,1-1 1,-1 1 0,0 0-1,0 0 1,1 0-1,-1 0 1,0 0 0,0 1-1,1 0 1,-1-1-1,0 1 1,0 0 0,0 1-1,0-1 1,0 0-1,0 1 1,-1 0 0,1-1-1,0 1 1,-1 0-1,1 1 1,1 1 1,65 84 42,-57-65-104,33 42-2982,-33-60-103</inkml:trace>
  <inkml:trace contextRef="#ctx0" brushRef="#br0" timeOffset="40">9078 2399 6257,'-14'33'6101,"4"-14"-4693,6-9-982,1-4-338,-1 0-1,1 1 1,0-1-1,1 1 1,-1 0-1,1-1 1,1 1-1,-1 0 1,1 0-1,0 1 0,1-1 1,0 0-1,0 0 1,0 0-1,1 0 1,0 0-1,0 0 1,1 0-1,0 0 1,0 0-1,1 0 1,0-1-1,0 0 0,3 5-87,-3-8-12,1 0-1,-1 1 0,1-2 0,0 1 0,0 0 0,0-1 0,0 1 0,0-1 0,1 0 0,-1-1 1,1 1-1,-1-1 0,1 0 0,0 0 0,-1 0 0,1-1 0,0 1 0,0-1 0,-1-1 0,1 1 1,0 0-1,0-1 0,-1 0 0,1 0 0,-1-1 0,1 1 0,-1-1 0,1 0 0,-1 0 0,0 0 0,0-1 1,0 0-1,0 1 0,0-1 0,-1-1 0,1 1 0,0-2 13,-2 4 7,-1-1 0,0 1 1,1-1-1,-1 1 0,0-1 0,0 1 0,0-1 1,0 0-1,0 0 0,-1 1 0,1-1 0,-1 0 0,1 0 1,-1 0-1,1 0 0,-1 0 0,0 0 0,0 0 1,0 0-1,0 0 0,0 0 0,-1 0 0,1 1 0,0-1 1,-1 0-1,0 0 0,1 0 0,-1 0 0,0 1 1,0-1-1,0 0 0,0 1 0,0-1 0,0 0 0,0 1 1,-1 0-1,1-1 0,-1 1 0,0-1-7,-69-49 542,62 46-510,-71-37-95,70 42-3566,9 0 103</inkml:trace>
  <inkml:trace contextRef="#ctx0" brushRef="#br0" timeOffset="41">9319 2287 2697,'31'10'5979,"-15"37"-2336,-15-39-3339,28 129 2025,-27-132-2329,0 0 0,0 0 0,0-1 0,1 1 0,0-1 1,-1 1-1,2-1 0,-1 0 0,0 0 0,1 0 0,0 0 0,0-1 0,0 0 1,0 0-1,0 0 0,1 0 0,-1-1 0,1 1 0,0-1 0,0 0 1,0 0-1,0-1 0,0 0 0,0 0 0,2 0 0,-3-1 0,0 0-1,-1-1 0,1 1 1,0-1-1,-1 0 1,1 0-1,0 0 0,-1 0 1,1-1-1,-1 0 0,0 1 1,0-1-1,1 0 1,-1-1-1,-1 1 0,1-1 1,0 1-1,0-1 1,-1 0-1,0 0 0,1 0 1,-1 0-1,0 0 0,0 0 1,-1-1-1,1 1 1,-1-1-1,0 1 0,1-3 1,19-113 132,-22 93-101,10-74 83,8 125 218,-14-18-320,0-1 1,0 0-1,0 0 0,1 0 1,0 0-1,1-1 1,-1 0-1,1 1 0,0-2 1,0 1-1,0-1 0,1 1 1,-1-1-1,1-1 1,0 1-1,1-1 0,-1 0 1,0-1-1,1 1 0,-1-1 1,1-1-1,0 1 1,0-1-1,0 0 0,1-1-12,-5-2 58,0 0 0,1 0 0,-1-1 0,0 1 0,0-1-1,0 0 1,-1 0 0,1 0 0,-1-1 0,0 1 0,1 0-1,-2-1 1,1 0 0,0 1 0,-1-1 0,1 0 0,-1 0-1,0 0 1,0 0 0,-1 0 0,1 0 0,-1 0 0,0 0-1,0 0 1,0 0 0,-1 0 0,1 0 0,-1 0 0,0 0-1,0 0 1,-1 1 0,1-1 0,-1 0 0,0 0 0,1 1-1,-2-1 1,1 1 0,-1-1-58,-136-160-997,129 153 267,-6-9-1729</inkml:trace>
  <inkml:trace contextRef="#ctx0" brushRef="#br0" timeOffset="42">3496 878 2409,'-5'-14'3707,"9"25"-668,54 163-2456,-38-106-487,3 0-1,3-2 1,14 23-96,39 33 77,-59-95 5,-1 1 1,-1 1-1,-1 1 1,-2 0-1,5 16-82,-13-27-463,-7-22-610</inkml:trace>
  <inkml:trace contextRef="#ctx0" brushRef="#br0" timeOffset="43">4162 1129 4457,'-37'-106'4224,"26"59"-3714,4 22-378,0-1 0,-2 1 0,-1 1 0,-2 0 0,0 0 0,-1 1-1,-1 1 1,-1 0 0,-14-15-132,26 34 3,1 1 0,0-1-1,-1 1 1,1 0 0,-1-1 0,0 1-1,0 0 1,0 1 0,0-1 0,0 0-1,0 1 1,-1 0 0,1 0 0,0 0-1,-1 0 1,1 0 0,-1 1 0,1-1-1,0 1 1,-1 0 0,1 0 0,-1 0-1,1 1 1,-1-1 0,1 1 0,-1 0-1,1 0 1,0 0 0,-1 0 0,1 1-1,0-1 1,0 1 0,0 0 0,0 0-1,0 0 1,1 0 0,-1 0 0,1 1-1,-1-1 1,1 1 0,0-1 0,0 1-1,0 0 1,0 0 0,0 0 0,1 0-1,-1 1 1,1-1 0,-1 3-3,-1 5-15,0-1 1,0 0 0,1 1-1,0 0 1,1-1-1,1 1 1,-1 0-1,2 0 1,-1-1-1,2 1 1,-1 0-1,1-1 1,1 1-1,0-1 1,0 0-1,1 0 1,1 0 0,0 0-1,0-1 1,0 0-1,1 0 1,1 0-1,0-1 1,0 0-1,0 0 1,7 5 14,-9-12-1,-1 0 0,1 1 0,0-2 0,0 1 1,0-1-1,0 1 0,0-1 0,0-1 0,0 1 0,0-1 0,0 0 1,0 0-1,0 0 0,0-1 0,-1 1 0,1-1 0,-1 0 1,1-1-1,-1 1 0,0-1 0,1 0 0,-1 0 0,-1 0 0,1-1 1,0 1-1,-1-1 0,0 0 0,0 0 0,0 0 0,0 0 1,-1 0-1,1-1 0,-1 1 0,0-1 0,-1 0 0,1 1 0,-1-1 1,0 0-1,0 0 0,0 0 0,-1 0 0,0 0 0,0 0 0,0-4 1,-1-25 161,1 27 121,2 27-71,7 40-177,4-1 0,2 0 0,2-1-1,3-1 1,26 51-34,16 10-1725,-58-110-278</inkml:trace>
  <inkml:trace contextRef="#ctx0" brushRef="#br0" timeOffset="44">4207 739 4665,'9'10'2535,"-5"-11"-2464,0 0-1,1-1 1,-1 1-1,0-1 1,0 0-1,-1 0 1,1 0 0,0-1-1,-1 1 1,1-1-1,-1 0 1,0 0-1,0 0 1,0 0-1,0-1 1,-1 1-1,1-1 1,-1 0-71,8-8 152,193-175 596,-165 154-524,-33 54-27,13 138-143,-5-100 59,-2 1 1,-3 0-1,0 40-113,0-2 97,15 90 47,-19-178-911,0-7-834</inkml:trace>
  <inkml:trace contextRef="#ctx0" brushRef="#br0" timeOffset="45">4696 544 6009,'2'-49'2566,"3"39"-2580,0 0-1,1 0 0,1 1 1,-1-1-1,2 1 0,-1 1 1,1 0-1,1 0 0,-1 0 0,3 0 15,-4 1 4,2 1-1,-1-1 0,1 2 0,0-1 0,0 1 0,1 1 0,-1-1 0,1 2 0,0-1 1,0 2-1,1-1 0,-1 1 0,0 1 0,1 0 0,9 0-3,-17 3 26,0 1 0,0 0-1,-1 0 1,0 0 0,1 1-1,-1-1 1,0 1 0,0-1-1,-1 1 1,1-1 0,-1 1-1,0 0 1,0 0 0,0 0-1,0-1 1,-1 1 0,0 0-1,1 0 1,-1 0 0,-1 0 0,1 0-1,-1 0 1,1 0 0,-1 0-1,0 0 1,0-1 0,-2 4-26,-84 265 2108,87-272-2112,0 1 1,0 0-1,-1 0 0,1-1 0,0 1 1,0 0-1,0 0 0,0 0 1,0-1-1,0 1 0,0 0 0,0 0 1,0 0-1,1-1 0,-1 1 1,0 0-1,0 0 0,1-1 0,-1 1 1,0 0-1,1-1 0,-1 1 1,1 0-1,-1-1 0,1 1 0,-1-1 1,1 1-1,-1-1 0,1 1 1,0-1-1,-1 1 0,1-1 0,0 1 1,-1-1-1,1 0 0,0 1 1,0-1-1,-1 0 0,1 0 0,0 0 1,0 1-1,-1-1 0,1 0 0,0 0 1,0 0-1,0 0 0,-1 0 1,1-1-1,0 1 0,0 0 0,-1 0 1,1 0-1,0-1 0,0 1 1,-1 0-1,1-1 0,0 1 0,-1-1 1,1 1-1,0-1 0,-1 1 1,1-1-1,-1 1 0,1-1 0,-1 1 1,1-1-1,-1 0 0,1 1 1,-1-1-1,1 0 4,12-5 0,-4 2 6,0 1 1,0 0-1,0 0 0,0 0 0,0 1 0,1 1 1,-1-1-1,1 2 0,-1-1 0,1 1 1,-1 1-1,1 0 0,-1 0 0,1 1 1,-1 0-1,0 0 0,0 1 0,0 1 1,0-1-1,0 1 0,-1 1 0,2 1-6,-5-3 11,1 0-1,-2 1 1,1-1 0,0 1-1,-1 0 1,1 1-1,-1-1 1,0 1-1,-1-1 1,1 1-1,-1 1 1,0-1 0,0 0-1,-1 1 1,0-1-1,1 1 1,-2 0-1,1 0 1,-1-1-1,0 1 1,0 0-1,0 1-10,-2 6 175,0-1 0,0 1 0,-1-1 0,0 0 0,-1 0 0,-1 0 0,0 0 0,-1-1 0,0 1 0,0-1 0,-1 0 0,-1-1-1,0 1 1,0-1 0,-1-1 0,0 0 0,-1 0 0,0 0 0,0-1 0,-1 0 0,0-1 0,0 0 0,-1-1 0,-3 2-175,11-6-12,0-1 1,0 1-1,0-1 1,0 0-1,0 0 0,0 0 1,0 0-1,0-1 1,0 1-1,0-1 1,0 0-1,-1 0 1,1 0-1,0 0 1,0 0-1,0-1 1,0 0-1,-1 1 1,1-1-1,0 0 0,0 0 1,1-1-1,-1 1 1,0-1-1,0 1 1,1-1-1,-1 0 1,1 0-1,-1 0 1,1 0-1,0-1 1,0 1-1,0-1 1,0 1-1,0-1 0,1 0 1,-2-2 11,-12-33-1867</inkml:trace>
  <inkml:trace contextRef="#ctx0" brushRef="#br0" timeOffset="46">4861 5617 5193,'-3'3'2393,"-2"4"-1305,4-3-200,1-4-504,0 0-192,0 0-16,3 8 0,7 15 0,28 41-16,-21-32-24,1-2-24,-5-1-8,-3-3 0,-5-3-120,1-7-320,-1-3-1512</inkml:trace>
  <inkml:trace contextRef="#ctx0" brushRef="#br0" timeOffset="47">4792 5413 7954,'-12'5'3224,"-11"7"-2247,6 2-393,4-2-344,8 0-264,5-3-256,5-1-1129,7-5-1463</inkml:trace>
  <inkml:trace contextRef="#ctx0" brushRef="#br0" timeOffset="48">5082 5677 4425,'88'183'3987,"-71"-135"-3074,-14-305 451,6 163-1392,-9 93 28,1 0-1,-1 1 1,0-1 0,1 0-1,-1 0 1,0 1 0,1-1-1,-1 0 1,1 0-1,-1 1 1,1-1 0,0 1-1,-1-1 1,1 0 0,0 1-1,-1-1 1,1 1 0,0-1-1,-1 1 1,1 0 0,0-1-1,0 1 1,0 0 0,-1 0-1,1-1 1,0 1 0,0 0-1,0 0 1,0 0 0,0 0-1,-1 0 1,1 0 0,0 0-1,0 0 1,0 1-1,0-1 1,-1 0 0,1 0-1,0 1 1,0-1 0,0 0-1,-1 1 1,1-1 0,0 1-1,-1-1 1,1 1 0,0-1-1,-1 1 1,1 0 0,-1-1-1,1 1 1,32 33 58,33 94 138,10 16 4,-38-95-1406,-32-46-995</inkml:trace>
  <inkml:trace contextRef="#ctx0" brushRef="#br0" timeOffset="49">6020 4850 6889,'-63'-6'7099,"57"9"-7056,-1 1 0,1-1 0,1 1 0,-1 0 0,1 1 0,-1 0 0,1-1 0,0 2 0,1-1 0,0 0 0,-1 1 0,2 0 0,-1 0 0,1 0 0,0 1 0,0-1 0,0 1 0,1-1 0,0 1 1,1 0-44,-5 13-36,2-8 11,0 0 1,1 1 0,0-1-1,1 1 1,0 0 0,1 0-1,0 0 1,1 0-1,1-1 1,0 1 0,0 0-1,4 12 25,-2-20-12,1-1-1,-1 0 1,1 1-1,0-1 0,0-1 1,0 1-1,1-1 1,-1 1-1,1-1 0,0-1 1,0 1-1,0-1 1,0 1-1,0-2 1,0 1-1,1 0 0,-1-1 1,1 0-1,-1 0 1,1-1-1,-1 0 0,1 0 1,-1 0-1,1 0 1,0-1-1,3-1 13,18 3-9,1 0 9,-1 0 0,1 2-1,0 1 1,-1 2 0,0 0 0,0 2-1,-1 1 1,0 1 0,21 11 0,-43-18 11,1 0 1,-1 0 0,1 0-1,-1 1 1,-1 0 0,1-1 0,0 1-1,-1 1 1,0-1 0,0 0-1,0 1 1,0 0 0,-1-1-1,0 1 1,0 0 0,0 0 0,0 0-1,-1 1 1,0-1 0,0 0-1,0 1 1,-1-1 0,0 0-1,0 1 1,0-1 0,-1 0-1,1 1 1,-1-1 0,-1 0 0,1 0-1,-1 0 1,0 0 0,0 0-1,0 0 1,-1 0 0,1-1-1,-1 1 1,0-1 0,-1 1-12,-2 2 26,-1 1 0,0-1 1,0 0-1,-1 0 0,0-1 1,0 0-1,-1 0 0,1-1 1,-1 0-1,0 0 0,-1-1 1,1-1-1,-1 0 0,0 0 1,1 0-1,-1-1 0,-1-1 1,1 0-1,0 0 0,0-1 1,0 0-1,0-1 0,-7-1-26,12 0-74,1 0-1,-1 0 1,0 0 0,1-1-1,0 0 1,0 0 0,0 0-1,0 0 1,0-1-1,0 1 1,1-1 0,0 0-1,0 0 1,0 0-1,0-1 1,1 1 0,-1-1-1,1 0 75,-10-26-1389</inkml:trace>
  <inkml:trace contextRef="#ctx0" brushRef="#br0" timeOffset="50">6382 5115 5857,'20'40'3324,"21"16"-3078,-21-30-48,17 20-34,-49-92 296,6 19-472,2 0-1,1-1 1,1 1 0,1-1 0,1 0 0,3-15 12,-3 42-1,0 0 0,0 0 0,0 0 0,0 0 0,1 0 0,-1 0 0,0 0 0,0 1 1,1-1-1,-1 0 0,1 0 0,-1 0 0,1 0 0,-1 0 0,1 1 0,-1-1 0,1 0 1,-1 1-1,1-1 0,0 0 0,0 1 0,-1-1 0,1 0 0,0 1 0,0 0 0,0-1 1,0 1-1,-1-1 0,1 1 0,0 0 0,0 0 0,0-1 0,0 1 0,0 0 0,0 0 1,0 0-1,0 0 0,0 0 0,0 0 0,0 0 0,0 0 0,0 1 0,0-1 0,0 0 1,-1 1-1,1-1 0,0 0 0,0 1 0,0-1 0,0 1 0,-1-1 0,1 1 0,0 0 1,0-1-1,-1 1 0,1 0 0,-1-1 0,1 1 0,0 0 0,-1 0 1,45 47 49,-43-46-49,53 67 155,-50-113 932,-5-105-907,-1 146-174,1 0 0,0 0-1,0 0 1,0 0 0,0 0 0,0 0-1,1 0 1,-1 0 0,1 0 0,0 0-1,0 0 1,0 0 0,0 0 0,1 1 0,-1-1-1,1 0 1,-1 1 0,1-1 0,0 1-1,0-1 1,0 1 0,0 0-6,32 41 348,-30-29-415,1 0 0,-1 0 0,2 0 1,0-1-1,0 1 0,0-2 0,1 1 0,1-1 1,-1 0-1,1 0 0,1-1 0,-1 0 0,1 0 0,0-1 1,1-1-1,0 1 0,-1-1 0,2-1 0,7 3 67,-5-7-2132</inkml:trace>
  <inkml:trace contextRef="#ctx0" brushRef="#br0" timeOffset="51">6944 4810 7602,'3'14'3104,"2"19"-2232,3-2-31,5-5-745,1-2-56,4-7-24,-4-3-256,0-5-1233,1-5-1663</inkml:trace>
  <inkml:trace contextRef="#ctx0" brushRef="#br0" timeOffset="52">6902 4685 8026,'-8'-3'3320,"-6"-1"-2127,1-1-401,7 4-704,1-2-320,5-5-1753</inkml:trace>
  <inkml:trace contextRef="#ctx0" brushRef="#br0" timeOffset="53">7066 4350 7242,'0'2'2992,"2"1"-1992,-2 5-191,0-8-593,0 0 16,3 16 0,15 57 8,-3-24-48,3-3-56,4 7-48,1 0-16,-7-7-24,4 0-16,-3-11 32,0-6-216,1-2-512,-4-7-392,-5-6-1569</inkml:trace>
  <inkml:trace contextRef="#ctx0" brushRef="#br0" timeOffset="54">7010 4653 4585,'0'3'167,"0"-1"1,1 0-1,-1 0 0,1 0 0,0 0 1,-1 0-1,1 0 0,0 0 0,0 0 1,0 0-1,1 0 0,-1 0 1,0-1-1,1 1 0,-1 0 0,1-1 1,0 1-1,-1-1 0,1 0 0,0 0 1,0 1-1,0-1 0,0 0 1,0-1-1,0 1 0,0 0 0,0 0 1,0-1-1,0 1 0,0-1 0,1 0 1,0 0-168,70 2-43,-66-4 17,0 1 0,1-1 0,-1 0 0,0-1 0,0 0 0,0 0 0,-1 0 0,1-1 0,-1 0 0,0 0 0,0-1 0,0 1 0,0-2 0,4-4 26,-3 2-366,-1-1-1,1 0 1,-2 0-1,1 0 1,-1-1-1,-1 1 1,0-1-1,0 0 1,-1 0 0,0-1-1,-1 1 1,0-1-1,0 1 1,-1-1-1,-1-5 367,-10-93-1450,3-46 5782,20 224-1387,-3-23-2551,2-2-1,2 1 1,1-2 0,3 0 0,1-1-1,3-1 1,1-1 0,18 24-394,-27-45 283,-22-117 998,29 22-1345,-20 75 64,0-1 0,0 1 0,0 0 0,0 0 0,0 0 0,1 0 0,-1 0 0,0 0 0,0 1 0,1-1 0,-1 0 0,0 0 0,1 1 0,-1-1 0,1 1 0,-1 0 0,1-1 0,-1 1-1,1 0 1,-1 0 0,1 0 0,-1 0 0,1 0 0,-1 0 0,1 0 0,0 1 0,-1-1 0,0 0 0,1 1 0,-1-1 0,1 1 0,-1 0 0,0-1 0,1 1 0,-1 0 0,0 0 0,1 0 0,-1 0 0,0 0 0,0 0 0,0 0 0,0 0 0,0 1 0,0-1 0,23 24-43,-15-15-135,1 0 0,0-1 0,1 0-1,0 0 1,0-1 0,0 0 0,1-1-1,4 1 179,1-3-2071</inkml:trace>
  <inkml:trace contextRef="#ctx0" brushRef="#br0" timeOffset="55">7917 4157 8690,'-58'33'6883,"-11"39"-4320,70-73-2566,0 1-1,0-1 1,0 1 0,0 0-1,1 0 1,-1-1 0,0 1 0,0 0-1,0 0 1,1 0 0,-1 0 0,0 0-1,0 1 1,0-1 0,1 0-1,-1 0 1,0 1 0,0-1 0,0 1-1,0-1 1,0 1 0,0 0 0,0-1-1,0 1 1,0 0 0,0 0-1,0-1 1,0 1 0,0 0 0,0 0-1,-1 0 1,1 0 0,0 0-1,-1 0 1,1 0 0,-1 0 0,1 1-1,-1-1 1,0 0 0,1 0 0,-1 0-1,0 1 1,0-1 0,0 0-1,0 0 1,0 0 0,0 1 0,0-1-1,0 0 1,0 0 0,-1 0-1,1 1 1,0-1 0,-1 0 0,1 0-1,-1 0 1,1 0 0,-1 0 0,0 0-1,0 0 1,1 0 0,-1 0-1,0 0 1,0 0 0,0 0 0,0-1-1,0 1 1,0 0 0,0-1-1,0 1 4,66-7-153,-54 3 106,-1 1 0,1 0 0,0 1 1,0 1-1,0-1 0,-1 2 0,1 0 1,0 0-1,0 0 0,-1 2 0,1-1 1,-1 1-1,2 2 47,-9-3 12,-1 1 0,0 0 0,0 0 0,-1 0 0,1 1 0,-1-1 0,0 0 0,1 1 0,-1-1 0,-1 0 0,1 1 1,0-1-1,-1 1 0,0 0 0,0-1 0,0 1 0,0-1 0,0 1 0,-1-1 0,0 1 0,0-1 0,0 1 0,0-1 0,0 0 0,-1 1 0,1-1 0,-1 0 0,0 0 0,0 0 0,0 0 0,0 0 0,0-1 0,-1 1 0,-1 0-12,-2 7-25,-1 0 0,0 0-1,-1-1 1,0-1 0,0 1-1,-1-1 1,0 0 0,0-1-1,-1 0 1,0-1 0,0 0-1,-11 4 26,15-21-3074,12-4-124</inkml:trace>
  <inkml:trace contextRef="#ctx0" brushRef="#br0" timeOffset="56">8214 4058 7306,'-4'2'485,"-1"0"0,0 1 0,1 0 0,0 0 0,-1 0 0,1 0 1,1 0-1,-1 1 0,0 0 0,1 0 0,-1 0 0,1 0 0,1 1 0,-1-1 1,-1 4-486,-13 78 1631,17-82-1647,0 0 0,1 1 1,-1-1-1,1 1 0,0-1 0,0 0 1,0 1-1,1-1 0,-1 0 1,1 0-1,0 0 0,0 0 0,1 0 1,-1-1-1,1 1 0,0-1 0,0 1 1,0-1-1,0 0 0,1 0 0,-1-1 1,1 1-1,0-1 0,-1 1 0,1-1 1,0 0-1,1-1 0,-1 1 0,0-1 1,0 0-1,1 0 0,-1 0 0,0 0 1,1-1-1,-1 0 0,1 0 0,1 0 16,-1-1 12,0 1-1,0-2 1,0 1-1,-1 0 1,1-1-1,0 0 1,-1 0-1,0 0 1,1-1-1,-1 0 1,0 0-1,0 0 1,-1 0-1,1 0 1,-1-1 0,1 1-1,-1-1 1,0 0-1,0 0 1,-1 0-1,1-1 1,-1 1-1,0 0 1,0-1-1,-1 0 1,1 1-1,-1-1 1,0 0-1,0 0 1,-1 0-1,1 0 1,-1 0-1,0 1 1,0-1-1,-1 0 1,1 0-1,-1 0 1,0 0-1,-1 0 1,1 1-1,-1-1 1,0 1-1,0-1 1,0 1-1,-1 0 1,-1-3-12,3 6-27,-2-5-100,1 1 0,-1 0-1,-1-1 1,1 2 0,-1-1 0,0 0 0,0 1 0,0-1 0,0 1-1,-1 0 1,0 1 0,1-1 0,-2 1 0,1 0 0,0 0-1,0 1 1,-7-3 127,4 6-1721</inkml:trace>
  <inkml:trace contextRef="#ctx0" brushRef="#br0" timeOffset="57">8443 3948 4961,'20'75'6832,"55"88"-5247,-92-247 312,15 72-1876,1 1-1,0-1 1,1 0-1,0 1 0,1-1 1,0 1-1,1-1 1,0 1-1,1 0 0,0 0 1,1 0-1,0 0 1,1 0-1,0 1 1,1 0-1,3-5-20,-8 13 8,0 1 0,1-1 0,-1 1 1,1-1-1,-1 1 0,1-1 0,0 1 0,-1 0 0,1 0 1,0 0-1,0 0 0,0 0 0,0 1 0,0-1 0,0 0 0,0 1 1,0-1-1,0 1 0,0 0 0,0 0 0,0 0 0,0 0 0,1 0 1,-1 0-1,0 1 0,0-1 0,0 1 0,0-1 0,0 1 1,0 0-1,0 0 0,0 0 0,-1 0 0,2 0-8,59 43 107,-60-41-96,82 102-1724,-77-102-302,0-1-748</inkml:trace>
  <inkml:trace contextRef="#ctx0" brushRef="#br0" timeOffset="58">8894 3677 4041,'0'15'2985,"4"11"31,-2 9-1223,5 3-569,3 0-656,-1-1-168,3-7-256,-4-5-48,5-2-40,-7-2 8,3-9-384,-2-1-424</inkml:trace>
  <inkml:trace contextRef="#ctx0" brushRef="#br0" timeOffset="59">8795 3505 10186,'-11'3'4193,"-4"5"-2857,1 4-319,11-3-969,8 0 0,11-1-1001,6-1-719</inkml:trace>
  <inkml:trace contextRef="#ctx0" brushRef="#br0" timeOffset="60">9281 3642 5913,'-13'-18'7744,"1"-16"-4818,-2-3-1668,14 35-1234,0 0 0,-1 0 0,0 1-1,1-1 1,-1 0 0,0 1 0,0-1 0,0 0 0,0 1-1,0 0 1,0-1 0,-1 1 0,1 0 0,0-1-1,-1 1 1,1 0 0,-1 0 0,1 0 0,-1 0 0,0 0-1,1 1 1,-1-1 0,0 0 0,1 1 0,-1-1 0,0 1-1,0 0 1,0-1 0,1 1 0,-1 0 0,0 0-1,0 0 1,0 1 0,0-1 0,1 0 0,-1 1 0,0-1-1,0 1 1,1-1 0,-1 1 0,0 0 0,1 0-1,-1 0 1,1 0 0,-1 0 0,1 0 0,-1 0 0,1 0-1,0 1 1,-1-1 0,1 1-24,-5 4-16,1-1 0,0 1 0,1 0 0,0 0 0,0 0 0,0 0 0,0 1 0,1 0 0,0-1 0,1 1 0,-1 0 0,1 1 0,1-1 0,-1 0-1,1 1 1,1-1 0,-1 0 0,1 1 0,1-1 0,-1 1 0,1-1 0,0 0 0,1 1 0,0-1 0,0 0 0,0 0 0,1 0 0,0 0 0,1-1 0,-1 1 0,1-1 0,1 0 0,-1 0 0,1 0 0,0-1 0,4 4 16,-8-8 0,1 1 1,-1-1 0,1 0 0,0 0-1,0 0 1,-1 0 0,1 0 0,0 0-1,0-1 1,0 1 0,0-1 0,0 1-1,0-1 1,0 0 0,0 0 0,0 0-1,0 0 1,0 0 0,0 0 0,0 0 0,0-1-1,0 1 1,0-1 0,0 1 0,0-1-1,0 0 1,0 0 0,0 0 0,-1 0-1,1 0 1,0 0 0,-1 0 0,1-1-1,-1 1 1,1-1 0,-1 1 0,0-1-1,1 1 1,-1-1 0,0 0 0,0 1-1,0-1 1,-1 0 0,1 0 0,0 0-1,-1 0 1,1 0 0,-1 0 0,1 0 0,-1 0-1,0 0 0,20-127 239,-23 118-207,5 20-172,45 65 79,-44-70-53,-1 0 1,1 0-1,0-1 1,0 1-1,0-1 1,1 0-1,-1 0 1,1 0-1,0-1 1,0 1-1,0-1 1,0 0-1,0 0 1,0 0-1,0-1 1,1 1-1,-1-1 1,1 0-1,-1 0 1,1-1-1,-1 1 1,1-1-1,-1 0 1,1 0-1,-1-1 1,1 0-1,-1 1 1,1-1-1,-1-1 1,5 0 113,11-10-2595</inkml:trace>
  <inkml:trace contextRef="#ctx0" brushRef="#br0" timeOffset="61">9504 3307 4105,'10'44'7418,"23"18"-5105,-10-22-1719,-19-32-510,0 0 1,-1 0 0,0 1-1,0-1 1,-1 1 0,0 0 0,0 0-1,-1 0 1,0 0 0,-1 0-1,0 0 1,-1 5-85,-7-40 990,8-194-1030,1 190 42,-1 24 2,0-1-1,0 0 1,0 0 0,1 0-1,0 1 1,0-1 0,1 0-1,0 1 1,0-1 0,1 1 0,-1 0-1,3-3-3,-4 8 10,0 0 0,1 1 0,-1-1 0,1 1 0,-1 0-1,0-1 1,1 1 0,-1 0 0,1 0 0,-1-1 0,1 1 0,-1 0 0,1 1-1,-1-1 1,1 0 0,-1 0 0,1 1 0,-1-1 0,0 1 0,1-1 0,-1 1-1,0-1 1,1 1 0,-1 0 0,0 0 0,0 0 0,1 0 0,-1 0 0,0 0-1,0 0 1,0 0 0,0 0 0,0 0 0,-1 0 0,1 1 0,0-1 0,-1 0-1,1 1 1,0-1 0,-1 1 0,0-1 0,1 0 0,-1 1 0,0-1 0,0 1-1,0-1 1,0 2-10,73 200 231,-55-168-1950,-6-23-680</inkml:trace>
  <inkml:trace contextRef="#ctx0" brushRef="#br0" timeOffset="62">5468 6269 4729,'25'74'5624,"37"28"-3861,-22-40-1304,134 242-1069,-150-271-2317,-16-29 282</inkml:trace>
  <inkml:trace contextRef="#ctx0" brushRef="#br0" timeOffset="63">5423 6268 5401,'51'44'5444,"34"16"-5185,-59-42 154,28 15-481,1-1 1,2-4-1,0-1 0,2-4 0,1-2 0,5-1 68,-40-14-1396,-7-1-740</inkml:trace>
  <inkml:trace contextRef="#ctx0" brushRef="#br0" timeOffset="64">5747 6083 6697,'0'11'2705,"5"13"-1969,13 7-80,8 12-512,-2 1-56,7 4 8,-4 0 0,1-1-32,4-6-8,0-3-16,0-1 0,-8-7 8,-1 1-136,-13-9-544,-2 0-536</inkml:trace>
  <inkml:trace contextRef="#ctx0" brushRef="#br0" timeOffset="65">6297 6300 7770,'-48'-56'5006,"4"4"-4757,44 51-249,-1 1 0,0-1 0,0 1-1,0-1 1,0 1 0,1-1 0,-1 1-1,0-1 1,0 1 0,0 0-1,0-1 1,0 1 0,0 0 0,0 0-1,0 0 1,0 0 0,0 0 0,0 0-1,0 0 1,0 0 0,0 0-1,0 0 1,0 1 0,0-1 0,0 0-1,0 1 1,0-1 0,0 1 0,0-1-1,0 1 1,1-1 0,-1 1-1,0-1 1,0 1 0,1 0 0,-1 0-1,0-1 1,1 1 0,-1 0 0,0 0-1,1 0 1,0 0 0,-1 0-1,1-1 1,-1 1 0,1 0 0,0 0-1,0 0 1,-1 0 0,1 0 0,-13 53-135,12-48 127,0-1-1,0 1 0,1 0 0,0-1 1,0 1-1,0-1 0,0 1 0,1 0 1,0-1-1,0 1 0,1-1 0,-1 0 1,1 1-1,1-1 0,-1 0 0,0 0 1,1 0-1,0 0 0,1-1 0,-1 1 1,1-1-1,-1 0 0,1 0 0,0 0 1,1-1-1,-1 1 0,1-1 1,0 0-1,-1 0 0,1-1 0,0 1 1,1-1-1,-1 0 0,1 0 9,-3-2-1,0 0-1,0 0 1,-1-1 0,1 1 0,0-1-1,0 1 1,-1-1 0,1 0-1,-1 0 1,1 0 0,-1-1-1,1 1 1,-1-1 0,0 1 0,1-1-1,-1 0 1,0 0 0,0 1-1,0-1 1,-1-1 0,1 1 0,0 0-1,-1 0 1,1-1 0,-1 1-1,0-1 1,0 1 0,0-1-1,0 0 1,0 0 1,18-29 44,25 38-309,16 23-1257,-45-19-26</inkml:trace>
  <inkml:trace contextRef="#ctx0" brushRef="#br0" timeOffset="66">6445 5895 7001,'1'16'2817,"8"24"-2017,8 4-112,1 3-600,4 4-48,-2-3-8,2 1-16,4-9 40,2-5-344,-5-9-1376</inkml:trace>
  <inkml:trace contextRef="#ctx0" brushRef="#br0" timeOffset="67">6463 6140 8050,'-3'3'3192,"4"3"-2375,7-5-129,-8-2-576,0-1-64,28-13-16,35-27-184,-31 20-1953</inkml:trace>
  <inkml:trace contextRef="#ctx0" brushRef="#br0" timeOffset="68">6832 5949 5809,'4'23'3609,"2"11"-192,3-2-2209,4 1-504,-1-7-552,1 0-72,0-9-408,0-3-528</inkml:trace>
  <inkml:trace contextRef="#ctx0" brushRef="#br0" timeOffset="69">6777 5849 8834,'-6'1'3593,"-8"7"-2473,3 0-352,10-4-688,4 1-416,9-2-1688</inkml:trace>
  <inkml:trace contextRef="#ctx0" brushRef="#br0" timeOffset="70">7066 5835 8034,'-39'30'7083,"48"45"-6507,-9-71-582,1 0 1,-1 0 0,1-1-1,0 1 1,0 0-1,0-1 1,0 1 0,1 0-1,0-1 1,-1 0-1,1 1 1,0-1 0,1 0-1,-1 0 1,0 0-1,1 0 1,0-1 0,0 1-1,0-1 1,0 1 0,0-1-1,0 0 1,0 0-1,1-1 1,-1 1 0,1-1-1,-1 1 1,1-1-1,0 0 1,-1-1 0,1 1-1,0-1 1,0 1-1,0-1 1,-1 0 0,1 0-1,0-1 1,0 1 0,0-1-1,-1 0 1,1 0-1,0 0 1,-1 0 0,1-1-1,-1 0 1,0 1-1,1-1 1,-1 0 0,1-1 5,-1 0 7,1 0 1,-1 0 0,0 0 0,0-1-1,0 1 1,-1-1 0,1 0-1,-1 0 1,0 0 0,0 0 0,0 0-1,-1 0 1,1 0 0,-1-1 0,0 1-1,0 0 1,-1-1 0,1 1-1,-1-1 1,0 1 0,0-1 0,0 1-1,-1-1 1,0 1 0,0 0 0,0-1-1,0 1 1,0 0 0,-1 0 0,0-1-1,0 1 1,0 1 0,-1-1-1,1 0 1,-1 0 0,0 1 0,0 0-1,0-1 1,0 1 0,0 0 0,-1 1-1,0-1 1,1 1 0,-1-1-8,1 1-145,0 1 0,1-1 0,-1 1 0,0-1 0,0 1 0,0 0 0,0 0 0,0 0 0,0 1 0,0-1 0,0 1 0,0 0 0,-1-1 0,1 1 0,0 1-1,0-1 1,0 0 0,0 1 0,-2 0 145,-3 5-3419</inkml:trace>
  <inkml:trace contextRef="#ctx0" brushRef="#br0" timeOffset="71">7214 5751 4713,'24'25'4364,"-13"-12"-4034,-1-3-226,0 1 0,0 0-1,-1 0 1,-1 1 0,0 0-1,-1 0 1,0 1 0,1 3-104,-9-7 671,-2-19 273,1-236 432,1 244-1365,1 0-1,-1 0 1,1 0-1,0 0 1,-1 0-1,1-1 1,0 1-1,0 0 0,1 0 1,-1 0-1,0 0 1,1 0-1,-1 0 1,1 0-1,0 0 1,0 0-1,0 0 1,0 0-1,0 0 1,0 0-1,0 1 1,1-1-1,-1 0 1,0 1-1,1-1 1,0 1-1,-1 0 1,1-1-1,0 1 1,-1 0-1,1 0 1,0 0-1,0 0 1,0 0-1,0 1 1,0-1-1,0 0 0,0 1 1,1 0-1,-1-1 1,0 1-1,0 0 1,0 0-1,0 0 1,0 1-1,0-1 1,0 0-1,1 1 1,-1-1-1,1 2-10,6 6 49,-1 0-1,0 1 0,-1 0 1,1 0-1,-2 0 0,0 1 1,0 0-1,0 1 0,0 3-48,-2-5-265,1 1-1,0 0 0,0-1 0,1 0 0,1 0 0,-1-1 1,1 0-1,1 0 0,0 0 0,8 6 266,-3-7-2911</inkml:trace>
  <inkml:trace contextRef="#ctx0" brushRef="#br0" timeOffset="72">7793 5438 5361,'-21'-23'6502,"-18"0"-2512,7 57-3526,29-27-439,-2-1-38,1 1-1,0 1 1,0-1 0,1 0-1,0 1 1,1 0 0,-1 0-1,1 0 1,1 0-1,0 0 1,0 0 0,0 0-1,1 0 1,0 0-1,1 1 1,0-1 0,0 0-1,1 0 1,0 0 0,0 0-1,1-1 1,0 1-1,0-1 1,1 1 0,0-1-1,0 0 1,0 0 0,1-1-1,0 0 1,2 2 13,-4-8 1,0 0 0,0 0-1,0 0 1,0 0 0,0-1 0,0 0 0,0 1 0,0-1 0,0 0 0,0 0 0,0 0 0,-1-1-1,1 1 1,0-1 0,-1 0 0,1 1 0,-1-1 0,0 0 0,0 0 0,0-1 0,0 1 0,0 0-1,0-1 1,0 1 0,-1-1 0,1 1 0,-1-1 0,0 0 0,0 0 0,0 0 0,0 0 0,0 0 0,0 0-1,-1-2 0,28-123 252,-28 132-255,0 1-1,1-1 1,-1 0-1,1 1 1,0-1-1,0 0 1,0 0-1,0 0 0,1 0 1,0 0-1,0 0 1,0 0-1,0 0 1,0-1-1,1 1 1,0-1-1,-1 0 0,2 1 4,-1-2-94,-1 0 0,1 0-1,-1 0 1,1 0-1,0-1 1,0 1 0,-1-1-1,1 0 1,0 0-1,0 0 1,0 0 0,1 0-1,-1-1 1,0 1-1,0-1 1,0 0 0,0 0-1,0 0 1,2-1 94,15-3-1947</inkml:trace>
  <inkml:trace contextRef="#ctx0" brushRef="#br0" timeOffset="73">7925 5055 5801,'0'3'3481,"0"5"-304,2 9-1617,5 6-456,8 9-384,4 4-87,7 10-289,0 0-104,2-1-120,1-1-40,-3-4-32,-1 0 32,-7-10-480,-4-9-313,-10-11-1383</inkml:trace>
  <inkml:trace contextRef="#ctx0" brushRef="#br0" timeOffset="74">8563 4705 6809,'-24'53'7759,"36"44"-7792,-10-84 413,77 257-221,-78-268-159,0 2 4,1 1 0,0 0 0,0-1 0,0 1 0,0-1 0,1 0-1,-1 0 1,1 0 0,0 0 0,1 0 0,-1 0 0,1-1 0,-1 0 0,5 3-4,-13-46-76,-75-314 90,56 217 25,80 280-171,-50-128 129,2 0 1,0 0-1,0 0 0,1-1 1,1-1-1,0 0 0,1 0 1,1-1-1,0 0 0,0-1 1,1 0-1,1-1 0,0-1 1,14 8 2,-26-17 14,1 0 0,-1-1 0,1 1 0,-1 0 0,1-1 0,-1 1 0,1-1 1,-1 0-1,1 0 0,-1 0 0,0 0 0,1 0 0,-1 0 0,0-1 1,0 1-1,0-1 0,0 1 0,0-1 0,0 0 0,0 0 0,-1 0 1,1 0-1,-1 0 0,1 0 0,-1 0 0,0-1 0,0 1 0,0 0 0,0-1 1,0 1-1,-1-1 0,1 1 0,-1-1 0,1 1 0,-1-1 0,0 1 1,0-1-1,0 0 0,0 1 0,-1-1 0,1 1 0,-1-1 0,0 1 1,1-1-1,-2 0-14,-6-149 607,3-38-345,4 188-258,1 1 0,-1-1 1,1 0-1,0 1 0,0-1 0,0 1 0,0-1 0,0 1 0,0-1 1,0 0-1,0 1 0,1-1 0,-1 1 0,1-1 0,-1 1 0,1-1 1,0 1-1,-1 0 0,1-1 0,0 1 0,0 0 0,0-1 0,0 1 1,0 0-1,0 0 0,0 0 0,0 0 0,1 0 0,-1 0 0,0 0 1,1 0-1,-1 0 0,0 1 0,1-1 0,-1 1 0,1-1 0,-1 1 1,1-1-1,0 1 0,-1 0 0,1 0 0,-1 0 0,1 0 0,-1 0 1,1 0-1,0 0 0,0 1-4,6 6 10,0 0 1,0 1-1,-1 0 1,-1 0-1,1 0 1,-1 1-1,-1 0 1,1 1-1,-2-1 1,1 1-1,-1 1-10,-2-6 4,128 274-441,-118-264-2167,-5-16-53</inkml:trace>
  <inkml:trace contextRef="#ctx0" brushRef="#br0" timeOffset="75">9211 4573 6369,'0'1'4581,"2"14"-3214,-1-6-1232,1 1 0,0-1 0,1 1 0,0-1-1,1 0 1,0 0 0,0 0 0,1-1 0,0 0 0,0 1-1,1-2 1,0 1 0,0-1 0,1 0 0,0 0-1,1-1 1,-1 1 0,1-2 0,0 1 0,0-1 0,4 1-135,-10-6 3,-1 0 0,1 1 0,0-1 0,0 0 1,0-1-1,0 1 0,-1 0 0,1 0 1,0-1-1,0 1 0,-1-1 0,1 0 1,0 1-1,-1-1 0,1 0 0,0 0 0,-1 0 1,1 0-1,-1 0 0,0-1 0,1 1 1,-1 0-1,0-1 0,0 1 0,0 0 1,0-1-1,0 0 0,0 1 0,0-1 0,0 0 1,-1 1-1,1-1 0,-1 0 0,1 1 1,-1-1-1,0 0 0,1 0 0,-1 0 1,0 0-4,0-76 118,-27-15-167,-2-20-4361,28 100 1774</inkml:trace>
  <inkml:trace contextRef="#ctx0" brushRef="#br0" timeOffset="76">9527 4303 7554,'-5'-3'10823,"-49"98"-10345,53-92-484,-1-1 0,1 1 0,0 0-1,1 0 1,-1 0 0,0 0 0,1 0 0,0 0 0,0 0 0,0 0 0,0 0 0,0 0 0,0 0 0,1 0 0,-1-1 0,1 1 0,0 0 0,0 0 0,0 0 0,0 0-1,1-1 1,-1 1 0,1-1 0,-1 1 0,1-1 0,0 0 0,0 1 0,0-1 0,0 0 0,1 0 0,-1 0 0,0-1 0,1 1 0,-1 0 0,4 0 6,31 8-191,-33-10 177,-1 0 0,0 0-1,0 0 1,0 0 0,1 0 0,-1 1 0,0 0-1,0-1 1,0 1 0,0 0 0,0 1 0,0-1-1,0 0 1,0 1 0,-1-1 0,1 1 0,0 0-1,-1 0 1,0 0 0,1 1 0,-1-1 0,0 0-1,0 1 1,0-1 0,0 1 0,-1 0 0,1 0-1,-1 0 1,1 0 0,-1 0 0,0 0 0,0 0-1,-1 0 1,1 0 0,-1 0 0,1 0 0,-1 1 14,0 1 2,0-1 1,-1 0 0,1 1 0,-1-1 0,0 1 0,0-1 0,0 0 0,-1 0 0,0 1 0,1-1 0,-1 0 0,-1-1 0,1 1 0,-1 0 0,1-1-1,-1 1 1,0-1 0,0 0 0,-1 0 0,1 0 0,-1 0 0,1 0 0,-1-1 0,0 0 0,0 0 0,0 0 0,0 0 0,0-1 0,0 1 0,-1-1-1,1 0 1,0 0 0,-1-1 0,1 1 0,-2-1-3,5 0-105,0-1 0,0 1 0,0-1-1,0 1 1,0-1 0,0 1 0,1-1-1,-1 1 1,0-1 0,0 0 0,1 0 0,-1 1-1,0-1 1,1 0 0,-1 0 0,1 0 0,-1 1-1,1-1 1,-1 0 0,1 0 0,0 0-1,-1 0 1,1 0 0,0 0 0,0 0 0,0 0-1,0 0 1,0 0 0,0 0 0,0 0 0,0 0-1,0 0 1,0 0 0,1 0 0,-1 0-1,0 0 1,1 0 0,-1 0 0,0 0 0,1 0-1,0 0 106,0-4-727,2-15-2323</inkml:trace>
  <inkml:trace contextRef="#ctx0" brushRef="#br0" timeOffset="77">9591 4498 4633,'15'-10'4540,"8"-11"-2085,-17 16-2309,-1 1-1,0-1 1,0 0 0,0 0 0,0-1 0,-1 1-1,0-1 1,0 0 0,0 0 0,-1-1 0,0 1-1,0-1 1,-1 1 0,0-1 0,0 0 0,0 0-1,-1 0 1,0 0 0,-1 0 0,1 0-1,-1 0 1,-1-1 0,1 1 0,-1 0 0,0 0-1,-1 0 1,0 0 0,-1-2-146,-40-63 532,42 71-532,1 1 1,0-1-1,-1 0 0,1 1 0,-1-1 1,1 0-1,-1 1 0,1-1 0,-1 1 1,1-1-1,-1 1 0,0-1 0,1 1 1,-1 0-1,0-1 0,1 1 0,-1 0 1,0-1-1,1 1 0,-1 0 0,0 0 1,0 0-1,0 0 0,1 0 0,-1 0 1,0 0-1,0 0 0,1 0 0,-1 0 1,0 0-1,0 0 0,1 0 1,-1 1-1,0-1 0,1 0 0,-1 1 1,0-1-1,0 0 0,1 1 0,-1-1 1,1 1-1,-1-1 0,0 1 0,1-1 1,-1 1-1,1-1 0,-1 1 0,1 0 1,0-1-1,-1 1 0,1 0 0,0-1 1,-1 1-1,1 0 0,0-1 0,0 1 1,0 0-1,-1 0 0,1-1 0,0 1 1,0 0-1,0 0 0,0 0 0,5 76 53,8 36 125,-13-111-176,1 3-3,1 0 1,-1 0-1,0 0 1,1 0-1,0-1 1,1 1-1,-1-1 1,1 1-1,-1-1 1,1 0-1,0 0 1,1 0-1,-1 0 1,1-1-1,0 1 1,0-1-1,0 0 1,0 0-1,0 0 1,1-1-1,-1 0 1,1 0 0,4 2 0,64-25-1262,-66 15 755,-1 0 0,0 0 0,-1-1 0,0 0 0,0 0 0,0 0 0,-1 0 0,0-1 0,0 0 0,0 0 0,-1 0 0,-1 0 0,0 0 0,0-1 0,0 1 0,-1-1 0,0 1 0,-1-1 0,0-7 507,-8-94-409,-5 38 4238,11 63-709,3 22-252,37 161-384,-37-167-2436,0-1-1,1 0 1,0 1-1,0-1 1,1 0 0,0 0-1,0 0 1,0 0-1,0-1 1,1 1 0,0-1-1,0 0 1,1 0-1,-1 0 1,1-1 0,0 0-1,1 0 1,-1 0-1,1 0 1,-1-1 0,1 0-1,0 0 1,0 0-1,0-1 1,1 0 0,1 0-48,-3-5 10,-1 0 1,0 0-1,1 0 1,-1-1-1,0 0 0,0 0 1,-1 0-1,0 0 1,1-1-1,-1 1 1,0-1-1,-1 0 1,1 0-1,-1 0 1,0 0-1,-1 0 1,1 0-1,-1-1 0,0 1 1,0 0-1,0-1 1,-1 1-1,0-1 1,0 1-1,0-1 1,-2-4-11,0-13 21,-1-1 0,-1 0 0,-1 1 1,-1 0-1,-1 0 0,-1 0 0,-1 1 0,-2 0 1,0 1-1,-3-4-21,-23-22-3560,32 44 1324</inkml:trace>
  <inkml:trace contextRef="#ctx0" brushRef="#br0" timeOffset="78">10094 3895 4713,'3'-2'643,"-2"1"-480,0-1 1,0 1 0,0 0-1,0-1 1,0 1-1,1 0 1,-1 0-1,0 0 1,0 0-1,1 0 1,-1 1 0,1-1-1,-1 0 1,1 0-1,-1 1 1,1-1-1,-1 1 1,1 0 0,0-1-1,-1 1 1,1 0-1,0 0 1,-1 0-1,1 0 1,0 0-1,-1 0 1,1 1 0,-1-1-1,1 1 1,0-1-1,-1 1 1,1-1-1,-1 1 1,1 0 0,-1 0-1,0-1 1,1 1-1,-1 0 1,0 0-1,1 1 1,-1-1 0,0 0-1,0 0 1,0 1-1,0-1 1,0 0-1,-1 1 1,1-1-1,0 1 1,0-1 0,-1 1-164,49 217 3206,-19-108-2934,-64-281 76,32-35-363,8 174 1,-6 31 14,0 0 0,0 1 0,0-1 0,0 1 0,0-1-1,0 1 1,0-1 0,0 0 0,0 1 0,0-1 0,0 1-1,0-1 1,0 1 0,0-1 0,0 0 0,0 1-1,0-1 1,0 1 0,1-1 0,-1 0 0,0 1 0,0-1-1,1 0 1,-1 1 0,0-1 0,1 0 0,-1 1 0,0-1-1,1 0 1,-1 0 0,0 1 0,1-1 0,-1 0 0,0 0-1,1 0 1,-1 1 0,1-1 0,-1 0 0,0 0 0,1 0-1,-1 0 1,1 0 0,-1 0 0,1 0 0,-1 0 0,0 0-1,1 0 1,-1 0 0,1 0 0,-1 0 0,1 0-1,-1-1 1,0 1 0,1 0 0,-1 0 0,0 0 0,1 0-1,-1-1 1,1 1 0,-1 0 0,0-1 0,0 1 0,1 0-1,-1-1 1,0 1 0,1 0 0,-1-1 0,0 1 0,20 65 13,-17-53-9,-1-1 0,2 1 0,-1-1 0,2 0 0,-1 0 0,2 0 0,-1-1 0,2 0 0,1 3-4,-8-13 3,0 1-1,1 0 1,-1 0-1,0 0 1,0-1-1,1 1 1,-1 0-1,1 0 1,-1-1-1,1 1 1,-1 0-1,1-1 1,-1 1-1,1-1 1,0 1-1,-1-1 1,1 1-1,0-1 1,-1 1-1,1-1 1,0 0-1,0 1 1,-1-1-1,1 0 1,0 1-1,0-1 1,0 0 0,-1 0-1,1 0 1,0 0-1,0 0 1,0 0-1,-1 0 1,1 0-1,0 0 1,0 0-1,0-1 1,0 1-1,-1 0 1,1 0-1,0-1 1,0 1-1,-1-1 1,1 1-1,0 0 1,-1-1-1,1 0 1,0 1-1,-1-1 1,1 1-1,-1-1 1,1 0-1,-1 1 1,1-1-1,-1 0 1,0 1-1,1-1 1,-1 0 0,0 0-1,1 1 1,-1-1-1,0 0 1,0 0-1,0 0 1,0 1-1,0-1 1,1 0-1,-2 0 1,1 0-1,0 0-2,14-187 443,-11 174-432,1 1 0,0 0 0,1 0 0,0 1-1,1-1 1,0 1 0,1 0 0,0 1 0,1-1 0,1 2 0,0-1 0,0 1 0,1 0 0,0 1 0,0 0 0,4-1-11,-12 9 5,1-1 0,-1 1 1,0 0-1,1 0 1,-1 0-1,1 0 0,-1 0 1,1 1-1,-1-1 1,1 1-1,-1 0 0,1-1 1,0 1-1,-1 0 1,1 1-1,-1-1 0,1 0 1,0 1-1,-1 0 1,1-1-1,-1 1 0,1 0 1,-1 0-1,0 0 1,1 1-1,-1-1 0,0 0 1,0 1-1,0 0 1,0-1-1,0 1 0,0 0 1,-1 0-1,1 0 1,0 0-1,-1 0 0,0 1 1,1-1-1,-1 0 1,0 1-1,0 1-5,11 21 48,-1 1-1,-1 0 1,-2 0-1,0 1 1,-2 0 0,2 22-48,11 44-1582,-15-82-819</inkml:trace>
  <inkml:trace contextRef="#ctx0" brushRef="#br0" timeOffset="79">6760 6769 5953,'-19'-12'4855,"-7"-1"-1760,26 18-3070,0 9-34,0 1 0,2-1 0,0 0 0,0 0 0,1 0 0,1 0 0,0-1 0,1 1 0,1-1 1,0 0-1,1-1 0,0 1 0,1-1 0,0-1 0,5 5 9,-12-14-2,1 0 0,-1 0 1,1-1-1,0 1 1,-1-1-1,1 0 1,0 1-1,0-1 0,0 0 1,0 0-1,0 0 1,0-1-1,1 1 1,-1 0-1,0-1 0,0 1 1,0-1-1,1 0 1,-1 0-1,0 0 1,1 0-1,-1 0 0,0 0 1,0-1-1,0 1 1,1-1-1,-1 1 1,0-1-1,0 0 1,0 0-1,0 0 0,0 0 1,0 0-1,0 0 1,0-1-1,0 1 1,-1-1-1,1 1 0,-1-1 1,1 0-1,-1 0 1,1 1-1,-1-1 1,0 0-1,1-2 2,-2-5 13,1-1 1,-2 1 0,1 0-1,-1-1 1,-1 1-1,1 0 1,-2 0-1,1-1 1,-1 2 0,-1-1-1,1 0 1,-2 1-1,1 0 1,-1-1-1,0 2 1,-1-1-1,0 1 1,0 0 0,0 0-1,-1 0 1,0 1-1,0 0 1,-1 1-1,-7-5-13,-19-1-1277,28 13-100</inkml:trace>
  <inkml:trace contextRef="#ctx0" brushRef="#br0" timeOffset="80">7066 6463 5225,'-45'-32'6778,"-8"-2"-6018,51 35-760,-1 0 0,1 0 0,-1 0 0,1 0 0,0 1 0,-1-1-1,1 1 1,0-1 0,0 1 0,0 0 0,0 0 0,0 0 0,0 0 0,1 1 0,-1-1 0,1 0 0,0 1 0,-1-1 0,1 1 0,0-1 0,0 1 0,1-1 0,-1 1 0,0 0 0,1-1 0,0 1 0,0 0 0,-1 0 0,2-1 0,-1 1 0,0 0 0,0-1 0,1 2 0,-1-3-1,1 20-24,1 0 1,0 0-1,2 0 0,1 0 0,0 0 0,2-1 0,0 0 0,1 0 0,1-1 0,1 0 1,0 0-1,2-1 0,0-1 0,1 0 0,8 8 25,5 18-1227,-22-27-620</inkml:trace>
  <inkml:trace contextRef="#ctx0" brushRef="#br0" timeOffset="81">6923 6720 5905,'5'3'2393,"7"2"-1665,9-2-152,3-5-480,5-4-32,-1-8-16,-1 2-216</inkml:trace>
  <inkml:trace contextRef="#ctx0" brushRef="#br0" timeOffset="82">7557 6147 7082,'-11'20'4782,"14"18"-4978,-1-30 488,27 130-234,7-2 0,16 31-58,-41-145 39,-68-249 39,35 145-66,6 30-14,3-2 1,2 0-1,3 0 1,1-5 1,7 58-3,-1 0 0,0 0-1,1-1 1,-1 1 0,1 0 0,-1-1 0,1 1 0,-1 0 0,1-1 0,0 1 0,0-1 0,0 1 0,0-1 0,0 1 0,0 0 0,0-1 0,0 1 0,1-1 0,-1 1 0,1 0 0,-1-1 0,1 1 0,-1 0 0,1-1 0,0 1 0,-1 0-1,1 0 1,0 0 0,0-1 0,0 1 0,0 0 0,0 0 0,0 0 0,0 1 0,0-1 0,1 0 0,-1 0 0,0 1 0,0-1 0,1 0 0,-1 1 0,0 0 0,1-1 0,-1 1 0,1 0 0,-1-1 0,0 1 0,1 0 0,-1 0 0,1 0 3,9 8 4,0-1 0,-1 2 1,-1-1-1,1 1 0,-1 1 1,-1-1-1,0 2 1,6 9-5,2 1 35,43 56 108,-27-32-90,2-2 0,2-1 0,2-1 0,1-2 0,40 29-53,-27-30-863,-51-35-685</inkml:trace>
  <inkml:trace contextRef="#ctx0" brushRef="#br0" timeOffset="83">7654 6490 6793,'9'6'2785,"-4"-1"-1737,7-7-568,0-2-312,0-9-88,10 1-8,5 0-24,0-3 8,-1-3-1824</inkml:trace>
  <inkml:trace contextRef="#ctx0" brushRef="#br0" timeOffset="84">8210 5971 6361,'-47'-47'7860,"-43"-28"-6320,87 75-1546,0-1 0,0 1 1,0 0-1,-1 0 0,1 0 0,0 0 1,0 0-1,0 1 0,0 0 0,0-1 1,1 1-1,-1 0 0,0 0 1,0 1-1,0-1 0,1 0 0,-1 1 1,1 0-1,-1-1 0,1 1 1,0 0-1,-1 0 0,1 1 0,0-1 1,0 0-1,1 1 0,-1-1 0,0 1 1,1 0-1,0-1 0,-1 1 1,1 0-1,0 0 0,0 0 0,1 0 1,-1 0-1,1 0 0,-1 0 0,1 0 1,0 0-1,0 0 0,0 0 1,1 0-1,-1 0 0,1 0 0,0 0 1,0 0-1,0 2 6,7 21-44,0-1 0,2 1 0,1-2 1,1 1-1,1-2 0,1 1 0,1-2 0,11 13 44,138 182-165,-150-184-1501,-13-23-372</inkml:trace>
  <inkml:trace contextRef="#ctx0" brushRef="#br0" timeOffset="85">7995 6231 5801,'2'3'2705,"1"2"-1089,10-2-848,4-3-376,6-2-160,4-4-48,2-4-103,3 2-25,-1-6-184,1 1-553</inkml:trace>
  <inkml:trace contextRef="#ctx0" brushRef="#br0" timeOffset="86">8384 6105 4097,'17'52'3462,"26"15"-2626,-2-3 1954,-69-112 523,-3-13-3061,24 42-142,4 14-111,0 0-1,0 0 1,0 0-1,1 0 1,0-1-1,0 1 1,1-1-1,0 1 1,0-1-1,0 1 1,0-1-1,1 0 0,0 0 1,0 1-1,1-1 1,-1 0-1,1 0 1,0 1-1,1-1 1,-1 1-1,1-1 1,1 1-1,-1 0 1,1 0-1,-1 0 1,4-4 1,16-10-1493,-9 11-169</inkml:trace>
  <inkml:trace contextRef="#ctx0" brushRef="#br0" timeOffset="87">8626 5949 5633,'6'11'2913,"4"1"-1001,4 7-728,0-1-423,3 0-409,1 2-136,-3-2-136,0-1-8,-7-5-200,-2-1-432,-6-10-2057</inkml:trace>
  <inkml:trace contextRef="#ctx0" brushRef="#br0" timeOffset="88">8580 5783 5353,'-3'0'3193,"-2"-4"-417,-2 2-1135,5 1-929,1-1-432,1 1-288,0-1-48,0 1-768,3-1-745</inkml:trace>
  <inkml:trace contextRef="#ctx0" brushRef="#br0" timeOffset="89">8979 5754 5169,'-8'0'3409,"-8"0"-24,0 0-1825,4 5-456,0 4-520,3 3-104,0 10-208,3 1-80,4 4-136,-1 2-40,8-6-48,4 1-8,3-7-24,8-3 16,1-5-8,0-8-168,1-1-816,2 0-728</inkml:trace>
  <inkml:trace contextRef="#ctx0" brushRef="#br0" timeOffset="90">9262 5588 5161,'-60'4'7699,"57"-3"-7552,-1-1 0,0 1 0,1 1 1,-1-1-1,0 0 0,1 1 0,0 0 0,-1-1 1,1 1-1,0 1 0,0-1 0,0 0 0,0 1 1,0-1-1,1 1 0,-1 0 0,1 0 0,0 0 1,0 0-1,0 1 0,0-1 0,0 1-147,-2 5 47,1 0 0,0 1 0,0-1-1,1 1 1,0-1 0,1 1 0,0 0 0,0-1 0,1 1 0,1 8-47,-1-14-4,0-1 1,1 0-1,-1 0 1,1 1-1,-1-1 1,1 0-1,0 0 1,0 0-1,1 0 1,-1 0-1,1 0 1,-1 0-1,1 0 1,0 0-1,0-1 1,0 1-1,0-1 1,1 1-1,-1-1 1,1 0-1,-1 0 1,1 0-1,0 0 1,0-1-1,-1 1 1,1-1-1,1 0 1,-1 1-1,0-1 1,0-1 0,0 1-1,0 0 1,2-1 3,-3 0 2,1 0 0,0 0 0,0-1 0,-1 1 0,1-1 0,0 0 1,-1 0-1,1 0 0,0 0 0,-1 0 0,0 0 0,1-1 1,-1 1-1,0-1 0,1 1 0,-1-1 0,0 0 0,0 0 0,-1 0 1,1 0-1,0-1 0,-1 1 0,1 0 0,-1-1 0,0 1 1,1-1-1,-1 1 0,0-1 0,-1 0 0,1-1-2,17-87 119,-18 90-117,3-20 61,31 89-121,-32-64 35,1-1 0,0 0-1,-1 1 1,1-1 0,1-1 0,-1 1-1,0 0 1,1-1 0,-1 1 0,1-1-1,0 0 1,0-1 0,0 1 0,0 0-1,0-1 1,0 0 0,0 0 0,0 0-1,0-1 1,0 1 0,1-1 0,-1 0-1,4-1 24,-5 1-200,0-1-1,0 1 1,0-1-1,0 0 0,0 0 1,0 0-1,0 0 1,0-1-1,0 1 0,-1-1 1,1 0-1,-1 1 1,1-1-1,-1 0 0,0-1 1,1 1-1,-1 0 1,0-1-1,0 1 201,15-24-3374</inkml:trace>
  <inkml:trace contextRef="#ctx0" brushRef="#br0" timeOffset="91">9462 5343 3425,'21'41'7456,"2"-1"-4989,24 45-1577,15 49-201,-59-127-608,-9-6 366,0-36 51,-7-98 46,46-17-181,-10 89-193,-21 61-158,-1 0 0,1 0 0,-1 1 0,1-1 0,-1 0 0,0 1 0,1-1 0,-1 1 0,1 0 0,-1-1 0,0 1 0,0 0 0,1 0 0,-1 0 0,0 0-1,0 0 1,0 0 0,0 0 0,0 0 0,0 0 0,0 1 0,0-1 0,-1 0 0,1 1 0,0-1 0,-1 0 0,1 1 0,-1-1 0,0 1 0,1-1-12,1 4 28,94 170-373,-82-152-636</inkml:trace>
  <inkml:trace contextRef="#ctx0" brushRef="#br0" timeOffset="92">7710 7110 6761,'0'2'6087,"1"12"-5271,55 128-262,23 132-220,-78-263-346,-4-19-39,-6-26 30,-62-206 84,56 201-53,1 3 2,1-1 1,1 0-1,3-1 0,1 0 0,-1-14-12,10 53-1,-1-1 0,1 0 0,-1 0 1,1 1-1,0-1 0,-1 0 0,1 0 1,-1 0-1,1 0 0,-1 0 0,1 0 0,0 0 1,-1 0-1,1 0 0,-1 0 0,1 0 1,-1 0-1,1 0 0,-1 0 0,1-1 0,-1 1 1,1 0-1,0 0 0,-1-1 0,0 1 1,1 0-1,-1-1 0,1 1 0,-1 0 0,1-1 1,-1 1-1,0-1 0,1 1 0,-1 0 1,0-1-1,1 1 0,-1-1 0,0 1 0,0-1 1,1 0-1,-1 1 0,0-1 0,0 1 1,0-1-1,0 1 0,0-1 0,0 1 0,0-1 1,0 0-1,0 1 0,0-1 0,0 1 1,0-1-1,0 1 0,0-1 0,-1 1 0,1-1 1,0 1-1,0-1 0,-1 0 1,137 170-8,-62-94 43,3-2 1,56 38-36,-77-63-943,-55-47-313</inkml:trace>
  <inkml:trace contextRef="#ctx0" brushRef="#br0" timeOffset="93">7747 7267 5801,'-2'7'2945,"5"10"-1121,2-3-543,10-5-657,4-4-272,-1-7-112,6-4-72,-1-5-88,1 1-16,4-7-40,-5-1-376,-2-5-1617</inkml:trace>
  <inkml:trace contextRef="#ctx0" brushRef="#br0" timeOffset="94">8045 7040 4537,'35'67'6182,"32"22"-4590,-54-69-1448,-6-10 405,-8-34-195,-3-11-306,-1 5-15,2-1-1,1 1 1,1-1 0,1 0 0,3-5-33,-3 35 1,-1 0 0,1 1 0,0-1 0,0 0 0,0 0 0,0 1 1,0-1-1,0 0 0,0 0 0,0 1 0,0-1 0,0 0 0,0 0 1,0 1-1,1-1 0,-1 0 0,0 1 0,0-1 0,1 0 0,-1 1 1,1-1-1,-1 0 0,0 1 0,1-1 0,-1 1 0,1-1 0,0 1 1,-1-1-1,1 1 0,-1-1 0,1 1 0,0-1 0,-1 1 0,1 0 1,0-1-1,-1 1 0,1 0 0,0 0 0,-1 0 0,1 0 0,0-1 1,0 1-1,-1 0 0,1 0 0,0 0 0,0 0 0,-1 1 1,1-1-1,0 0 0,0 0 0,-1 0 0,1 0 0,0 1 0,-1-1 1,1 0-1,0 1 0,-1-1 0,1 1 0,0-1 0,-1 1 0,1-1 1,-1 1-3,35 42 101,-28-33-92,1 1 13,87 92 246,-90-154 1324,2-134-1227,-7 182-363,0-1 0,1 1-1,-1 0 1,1 0 0,0-1-1,0 1 1,0 0-1,0 0 1,1 0 0,-1 0-1,1 0 1,0 1 0,0-1-1,0 0 1,0 1 0,0-1-1,0 1 1,1 0-1,-1 0 1,1 0 0,2-2-1,12 44 37,-15-31-128,1-1-1,-1 0 1,2 0-1,-1 0 1,1-1-1,0 1 1,1-1-1,0 0 1,0 0-1,0 0 1,1-1-1,0 0 1,3 3 91,12 9-1226</inkml:trace>
  <inkml:trace contextRef="#ctx0" brushRef="#br0" timeOffset="95">8606 6868 8386,'3'-52'8365,"-7"-55"-8083,4 106-297,-1 0 0,0 0 0,0 0 0,0 0 0,0 0 1,0 0-1,0 0 0,0 0 0,0 1 0,0-1 0,0 0 0,0 1 0,0-1 0,-1 1 0,1-1 1,0 1-1,0 0 0,-1-1 0,1 1 0,0 0 0,0 0 0,-1 0 0,1 0 0,0 0 0,-1 0 0,1 0 1,0 1-1,0-1 0,-1 0 0,1 1 0,0-1 0,0 1 0,-1-1 0,1 1 0,0 0 0,0-1 1,0 1-1,0 0 0,0 0 0,0 0 0,0 0 0,0 0 0,1 0 0,-1 0 0,0 0 0,0 0 1,1 0-1,-1 0 0,1 0 0,-1 0 0,1 1 0,-1-1 0,1 0 0,0 0 0,0 1 0,-1-1 0,1 0 1,0 1-1,0-1 0,0 0 0,1 1 0,-1-1 0,0 0 15,-4 8-24,1 0 0,1 0 1,-1 1-1,1-1 0,1 0 0,-1 1 0,2-1 1,-1 1-1,2-1 0,-1 1 0,1-1 0,0 1 1,1-1-1,0 0 0,1 0 0,0 0 0,0 0 0,1 0 1,0 0-1,0-1 0,5 7 24,-6-13-68,1 1-1,-1-1 1,0 0 0,1 0 0,-1 0-1,1 0 1,0-1 0,-1 1-1,1-1 1,0 0 0,0 0 0,0-1-1,0 1 1,0-1 0,0 0-1,0 0 1,0 0 0,0 0 0,0-1-1,0 1 1,0-1 0,-1 0 0,1-1-1,0 1 1,0-1 0,-1 1-1,1-1 1,-1 0 0,1 0 0,2-3 68,17-13-2160</inkml:trace>
  <inkml:trace contextRef="#ctx0" brushRef="#br0" timeOffset="96">8764 6623 3969,'17'78'6483,"41"32"-3729,-56-106-2584,4 5-46,-5-8 895,-8-18-284,-21-119-359,28 130-401,0 1 0,1 0 0,0-1 0,0 1 0,0 0 0,0 0 0,1-1 0,0 1 0,0 0 0,1 1 0,-1-1 1,1 0-1,0 1 0,0-1 0,0 1 0,1 0 0,1-1 25,29-22-3118,-20 20 96</inkml:trace>
  <inkml:trace contextRef="#ctx0" brushRef="#br0" timeOffset="97">9035 6476 4153,'6'8'2889,"4"7"-105,0 2-1160,5 7-511,-4-2-617,3-1-168,1 2-216,-1-6 64,-1-1-928,-3 1-1161</inkml:trace>
  <inkml:trace contextRef="#ctx0" brushRef="#br0" timeOffset="98">9009 6379 9506,'-4'4'4049,"-2"3"-2313,1-3-1048,-1-2-512,6-2-528,0-2-624</inkml:trace>
  <inkml:trace contextRef="#ctx0" brushRef="#br0" timeOffset="99">9445 6263 5049,'-7'-42'8445,"6"41"-8344,1-1-1,-1 1 0,1 0 0,-1 0 1,1-1-1,-1 1 0,0 0 1,0 0-1,0 0 0,0 0 0,0 0 1,0 0-1,0 0 0,0 0 1,0 0-1,0 1 0,0-1 0,0 0 1,0 1-1,-1-1 0,1 1 0,0-1 1,-1 1-1,1-1 0,0 1 1,-1 0-1,1 0 0,0 0 0,-1 0 1,1 0-1,-1 0 0,1 0 0,0 0 1,-1 1-1,1-1 0,0 0 1,-1 1-1,1-1 0,0 1 0,0-1 1,-1 1-1,1 0 0,0 0 1,-1 0-102,-5 4 12,0 1-1,0-1 0,1 2 0,-1-1 0,1 0 0,1 1 0,-1 0 0,1 1 1,0-1-1,1 1 0,0 0 0,0 0 0,1 0 0,0 1 0,0-1 0,1 1 1,0 0-1,1 0 0,0-1 0,0 1 0,1 0 0,0 5-10,0-10-7,1 0-1,0 0 0,0 0 1,0 1-1,0-1 0,1-1 1,0 1-1,0 0 0,0 0 1,0 0-1,0-1 0,1 0 1,0 1-1,-1-1 0,1 0 1,1 0-1,-1 0 0,0-1 1,0 1-1,1-1 0,0 0 1,-1 0-1,1 0 0,0 0 1,0-1-1,0 1 0,0-1 1,0 0-1,1 0 0,-1-1 1,3 1 7,4 1-203,0-1 1,0-1 0,0 1-1,0-2 1,0 1 0,0-2-1,0 1 1,0-2-1,-1 1 1,1-1 0,-1-1-1,2 0 203,23-16-2804</inkml:trace>
  <inkml:trace contextRef="#ctx0" brushRef="#br0" timeOffset="100">9765 6065 5513,'-32'-17'7059,"1"21"-3669,26-2-3304,1 1 0,-1 0 0,1 0 0,-1 1 0,1 0 0,0-1 0,0 1 1,1 0-1,-1 1 0,1-1 0,0 1 0,0-1 0,1 1 0,-1 0 0,1 0 0,0 0 0,-1 5-86,0 0 14,0-2-19,0 0-1,1-1 1,0 1 0,0 0-1,1 0 1,0 1 0,0-1-1,1 0 1,0 0-1,1 0 1,-1 0 0,2 0-1,-1 1 1,1-1-1,0-1 1,1 1 0,0 1 5,-1-8-6,0 0 1,1 1 0,-1-1-1,1 0 1,-1-1 0,1 1-1,-1 0 1,1-1 0,0 1-1,-1-1 1,1 0 0,-1 0-1,1 0 1,0 0 0,-1 0-1,1 0 1,0-1 0,-1 0-1,1 1 1,-1-1 0,1 0-1,-1 0 1,0 0 0,1-1-1,-1 1 1,0 0 0,0-1-1,0 0 1,0 1 0,0-1-1,0 0 1,0 0 0,0 0-1,-1 0 1,1 0 0,-1-1-1,0 1 1,1 0 0,0-3 5,4-3 10,0 0 0,-1 0 0,0 0 0,0-1 0,0 0 0,-1 0 0,-1 0 0,1-1 0,-1 1 0,-1-1 0,0 0 0,-1 1 0,1-1 0,-2 0 0,1 0 0,-2-2-10,23 72 93,-20-57-158,0 0 0,1 0 0,-1 0 0,0-1 0,1 1-1,0-1 1,-1 0 0,1 0 0,0 0 0,0 0 0,0 0 0,0-1 0,1 1 0,-1-1 0,0 0-1,1 0 1,-1 0 0,1 0 0,-1-1 0,1 1 0,-1-1 0,1 0 0,-1 0 0,1 0 0,-1-1 0,1 1-1,-1-1 1,0 0 0,1 0 0,-1 0 0,1 0 0,2-2 65,13-8-2043</inkml:trace>
  <inkml:trace contextRef="#ctx0" brushRef="#br0" timeOffset="101">10021 5853 5593,'33'84'7629,"3"5"-5998,-18-51 817,-38-125-2097,19 75-338,1 0 0,0 0-1,1 0 1,0 0 0,1 0 0,0 1 0,1-1 0,0 1 0,1-1-1,1 1 1,-1 0 0,2 1 0,-1-1 0,2 1 0,-1 0 0,1 1-1,3-3-12,-9 9 17,0 1 0,1 0 0,-1 0 0,0-1 0,1 1 0,0 0-1,-1 0 1,1 1 0,0-1 0,0 0 0,0 1 0,0-1 0,0 1-1,0-1 1,0 1 0,1 0 0,-1 0 0,0 0 0,1 0-1,-1 1 1,1-1 0,-1 1 0,1-1 0,-1 1 0,1 0 0,-1 0-1,1 0 1,-1 0 0,1 0 0,-1 1 0,1-1 0,-1 1 0,1-1-1,-1 1 1,1 0 0,-1 0 0,0 0 0,0 1 0,1-1-1,-1 0 1,1 1-17,45 199-1017,-38-182-356</inkml:trace>
  <inkml:trace contextRef="#ctx0" brushRef="#br0" timeOffset="102">8135 7637 1872,'5'3'1577,"5"6"167,6 6-384,-3 1-127,9 8-241,1 3-80,4 10-224,7 5-128,-2 3-224,-5-3-112,0 1-136,-4-5-16,-3-3-23,1-5-1,-7-11-96,-3-4-313,-5-10-1391</inkml:trace>
  <inkml:trace contextRef="#ctx0" brushRef="#br0" timeOffset="103">8318 7456 3273,'6'12'1856,"5"11"-400,7 12-583,2 6-113,7 9-40,1 0 40,5 5-96,-1-11-128,-1-4-264,2-2-88,-7-9-96,0 6-16,-6-11-16,-5-1-88,-7-9-792,-5-5-960</inkml:trace>
  <inkml:trace contextRef="#ctx0" brushRef="#br0" timeOffset="104">8359 7859 6769,'5'3'2761,"2"2"-1793,4-4-192,3-2-456,2-4-63,0-8-105,0-9-64,10 1 32,-6-2-400,4 3-1937</inkml:trace>
  <inkml:trace contextRef="#ctx0" brushRef="#br0" timeOffset="105">8706 7596 5409,'3'10'2769,"4"12"-897,2-2-648,1-1-639,1-3-249,-2-3-192,2 1-56,-2-5-48,-1-1-160,-4-2-929,-4-3-1151</inkml:trace>
  <inkml:trace contextRef="#ctx0" brushRef="#br0" timeOffset="106">8595 7415 3809,'-3'4'2360,"-1"2"-15,1 5-1681,3-1-352,4 1-664,5 0-704</inkml:trace>
  <inkml:trace contextRef="#ctx0" brushRef="#br0" timeOffset="107">8932 7319 5601,'-22'31'7594,"-5"14"-5888,25-42-1701,0 0 0,1 0 1,0 0-1,0 0 0,0 0 1,0 0-1,0 0 0,0 0 1,1 0-1,0 1 0,-1-1 1,1 0-1,1 0 0,-1 1 1,0-1-1,1 0 0,-1 0 1,1 0-1,0 0 0,0 0 1,0 0-1,1 0 0,-1 0 1,1 0-1,0 0 0,-1 0 1,1-1-1,0 1 0,1-1 1,-1 0-1,0 1 0,1-1 1,-1 0-1,1 0 0,0-1 1,-1 1-6,156 55-1105,-157-55 1073,1-1 0,-2 1 0,1 0-1,0 1 1,0-1 0,-1 0 0,1 0 0,-1 0-1,1 0 1,-1 0 0,0 1 0,0-1-1,0 0 1,0 0 0,0 0 0,-1 1 0,1-1-1,-1 0 1,1 0 0,-1 0 0,0 0 0,0 0-1,0 0 1,0 0 0,0 0 0,0 0-1,-1 0 1,1-1 0,-1 1 0,1-1 0,-1 1-1,1-1 1,-1 1 0,0-1 0,0 0-1,0 0 1,0 0 0,0 0 0,0 0 0,0 0-1,0 0 1,0-1 0,0 1 0,0-1 0,0 1-1,-1-1 1,1 0 0,0 0 0,0 0-1,0 0 1,-1-1 0,1 1 0,0 0 0,0-1-1,0 0 1,0 1 0,-1-2 32,-11-9-2190</inkml:trace>
  <inkml:trace contextRef="#ctx0" brushRef="#br0" timeOffset="108">8976 7054 5393,'0'12'2713,"3"15"-913,9 5-664,3 3-552,5 3-247,5 5-185,5 0-56,4 2-48,-2-4 0,-7-4-144,-5-7-417,-8-8-2303</inkml:trace>
  <inkml:trace contextRef="#ctx0" brushRef="#br0" timeOffset="109">8976 7280 6929,'0'7'3249,"8"3"-1512,1-5-697,15-5-664,-1-8-240,3-6-80,9-2-24,-8-6-368,2 6-464,0-7-1889</inkml:trace>
  <inkml:trace contextRef="#ctx0" brushRef="#br0" timeOffset="110">9284 7087 4489,'-15'66'8261,"37"34"-6499,-21-98-1759,1 1-1,-1 0 1,1-1-1,0 1 0,0-1 1,0 1-1,0-1 0,0 0 1,1 0-1,-1 0 1,1 0-1,-1 0 0,1-1 1,0 1-1,-1-1 1,1 0-1,0 0 0,0 0 1,0 0-1,0 0 0,0 0 1,0-1-1,0 1 1,0-1-1,0 0 0,1 0 1,-1 0-1,0-1 1,0 1-1,0-1 0,0 0 1,0 1-1,0-1 0,0-1 1,0 1-1,-1 0 1,1-1-1,0 1 0,-1-1 1,1 0-1,-1 0 1,1 0-1,-1 0 0,0 0 1,0 0-1,0-1 0,0 1 1,0-1-1,-1 0 1,1 1-1,-1-1 0,0 0 1,0 0-1,0 0 0,0 0 1,0 0-1,0 0 1,-1 0-1,1 0 0,-1 0 1,0-2-3,-2-4-46,1 1 1,-2-1-1,1 1 1,-1 0-1,0 0 1,-1 0 0,0 0-1,0 1 1,-1-1-1,0 1 1,0 0-1,0 0 1,-1 1-1,0 0 1,-1 0-1,1 0 1,-1 1-1,0 0 1,-1 0-1,1 0 1,-1 1 45,-22-11-1472,22 16-285</inkml:trace>
  <inkml:trace contextRef="#ctx0" brushRef="#br0" timeOffset="111">9444 6973 5201,'7'16'4755,"20"8"-3827,-15-14-518,0 0-266,0 1 0,0 0 0,-2 1 0,1 0 0,-2 1 0,0 0-1,0 1 1,6 13-144,-15-27 23,-1 0 0,1 0 0,0 0 0,-1 0 0,1 0 0,0 0 0,0 0 0,-1 0 0,1 0-1,0 0 1,-1 0 0,1 0 0,0 0 0,-1 0 0,1 0 0,0 0 0,0 1 0,-1-1 0,1 0 0,0 0 0,0 0-1,-1 0 1,1 1 0,0-1 0,0 0 0,0 0 0,-1 1 0,1-1 0,0 0 0,0 0 0,0 1 0,0-1 0,0 0-1,0 1 1,-1-1 0,1 0 0,0 0 0,0 1 0,0-1 0,0 0 0,0 1 0,0-1 0,0 0 0,0 1-1,0-1 1,0 0 0,1 1 0,-1-1 0,0 0 0,0 0 0,0 1 0,0-1 0,0 0 0,0 0 0,1 1 0,-1-1-1,0 0 1,0 0 0,0 1 0,1-1-23,-22-20 583,11-1-715,1 0-1,2 0 1,0-1 0,1-1-1,1 1 1,1-1 0,1 0-1,1 1 1,0-19 132,3 24-1683,2 3-844</inkml:trace>
  <inkml:trace contextRef="#ctx0" brushRef="#br0" timeOffset="112">9578 6868 3297,'6'4'1776,"7"4"-312,6 3-143,-3-1-209,-2-1-120,1 2-248,4 1-136,-1 0-248,2-2-119,-1-3-137,-3-7-40,0 0-208,3 2-321,-6-4-1255</inkml:trace>
  <inkml:trace contextRef="#ctx0" brushRef="#br0" timeOffset="113">9800 6755 7514,'1'12'3272,"7"23"-1815,1 3-353,2 13-728,4 6-80,-1 4-112,-2 2-56,0-4-40,0-5-16,-1-3-32,-2-2-8,-3-8-16,0-4-216,-1-17-760,1-7-664</inkml:trace>
  <inkml:trace contextRef="#ctx0" brushRef="#br0" timeOffset="114">10437 6863 3897,'-144'-104'10214,"5"4"-7005,85 42-2339,53 56-871,0 0 0,1 0-1,-1 0 1,0 0 0,1 0 0,-1 0-1,1 0 1,-1-1 0,1 1 0,0 0-1,0 0 1,0 0 0,0-1 0,1 1-1,-1 0 1,0 0 0,1 0 0,0 0 0,-1 0-1,1 0 1,0 0 0,0 0 0,0 0-1,0 0 1,1 0 0,-1 0 0,0 1-1,1-1 1,-1 0 0,1 1 0,0 0-1,-1-1 1,2 0 1,52-31-194,-14 19-249,-40 14 352,-1 0 52,0 0 55,0 3 22,-3 9-25,0 0 0,0-1 0,-1 1 0,-1-1 0,0 1 0,-1-1 0,0-1 1,0 1-1,-3 1-13,-36 77 68,42-79-50,1 0 0,0 0 0,0 0-1,1 0 1,0 1 0,1-1 0,0 0-1,1 1 1,0-1 0,1 0-1,1 5-17,-2-11 11,0-1-1,0 1 0,1 0 0,-1-1 1,1 1-1,0-1 0,0 1 0,0-1 0,1 0 1,-1 0-1,1 0 0,-1 0 0,1 0 0,0 0 1,0-1-1,1 0 0,-1 1 0,0-1 1,1-1-1,0 1 0,-1 0 0,1-1 0,0 0 1,-1 0-1,1 0 0,0 0 0,0 0 0,0-1 1,0 0-1,2 0-10,4-2-47,0-1 0,0 0 1,0-1-1,-1 0 0,0-1 1,0 0-1,0 0 0,0-1 0,-1 0 1,0-1-1,0 0 0,-1 0 0,0 0 1,0-1-1,-1 0 0,1 0 1,-2-1-1,1 0 0,-2 0 0,1 0 1,-1-1-1,0 1 0,-1-1 0,0 0 1,-1 0-1,0 0 0,0-4 47,3-7-1395</inkml:trace>
  <inkml:trace contextRef="#ctx0" brushRef="#br0" timeOffset="115">9367 7945 5129,'-14'-6'4374,"-26"-9"2107,-26 15-4685,61 2-1781,-1-1-1,1 2 1,0-1 0,0 0-1,0 1 1,1 0 0,-1 0 0,0 1-1,1-1 1,0 1 0,0 0-1,0 0 1,1 0 0,-1 1 0,1-1-1,0 1 1,0 0 0,0 0 0,1 0-1,0 0 1,0 0 0,0 0-1,1 1 1,-2 4-15,0 137-256,4-128 233,2 0-1,1 0 1,0 0-1,1 0 1,1-1-1,1 0 1,0 0-1,2 0 1,0-1-1,10 14 24,-14-24-14,0 0 1,0-1-1,0 0 1,1 0-1,0 0 0,0-1 1,0 0-1,1 0 0,-1 0 1,1-1-1,1 0 1,-1-1-1,0 1 0,1-1 1,0-1-1,0 1 0,-1-1 1,1-1-1,1 0 0,-1 0 1,0 0-1,0-1 1,0 0-1,0-1 0,0 0 1,7-1 13,-4 0-166,0-1 0,0 0 0,-1-1 0,0 0 0,1-1 0,-1 0 0,-1 0 0,1-1 0,-1 0 0,0-1 0,0 0 0,-1 0 0,0-1 0,-1 0 0,1-1 0,-1 0 0,-1 0 0,0 0 0,0 0 0,-1-1 0,0 0 0,-1-1-1,0 1 1,0-1 0,0-3 166,3-9-1880,-1-2 0,-1 1 0,-2 0 0,0-1 0,-1 0-1,-2-19 1881,-19-37 2780,10 82 5067,27 101-5405,-17-96-2395,1 0 1,0 0 0,0-1 0,0 1 0,1 0 0,0-1 0,0 0 0,0 0 0,0 0 0,1 0-1,0 0 1,0-1 0,1 1 0,-1-1 0,1 0 0,0-1 0,0 1 0,0-1 0,0 0 0,1 0 0,-1-1-1,1 1 1,0-1 0,-1-1 0,7 2-48,-9-4 0,-1 0 1,1-1-1,-1 0 0,0 1 0,1-1 1,-1 0-1,0 0 0,0 0 0,0 0 1,0 0-1,-1-1 0,1 1 0,0 0 1,-1-1-1,0 0 0,0 1 0,0-1 1,0 0-1,0 1 0,0-1 0,-1 0 1,1 0-1,-1 0 0,0 1 1,1-1-1,-1 0 0,-1 0 0,1 0 1,0 0-1,-1 0 0,0 1 0,1-1 1,-1 0-1,-1 0 0,1-14 16,0-155 176,7 162-38,-5 11-97,1 3-21,68 104-25,-19-61-676,-8-35-3112,-29-12 976</inkml:trace>
  <inkml:trace contextRef="#ctx0" brushRef="#br0" timeOffset="116">9841 7643 4953,'3'-2'2521,"2"2"-601,1 2-200,-6-2-335,0 0-153,10 18-400,33 51-184,-22-30-272,5 1-104,3 4-112,-3-1-40,-3-4-96,-2-4-24,-4-6-592,-3-7-448,-2-9-1264,-3-4-1697</inkml:trace>
  <inkml:trace contextRef="#ctx0" brushRef="#br0" timeOffset="117">10095 7488 6673,'6'15'2913,"11"21"-1489,1 7-207,7 1-465,-1 3-88,-2-5-216,-1-3-120,-6-2-168,-4-5-64,-2-3-56,2-5-176,-4-7-664,-1-7-536</inkml:trace>
  <inkml:trace contextRef="#ctx0" brushRef="#br0" timeOffset="118">10073 7684 6297,'4'5'3449,"5"-1"-736,8-4-1489,0-10-352,4-1-504,-3-4-96,1-4-192,-1 6-40,-4-6-304,-4 4-304,-2 1-792,-4 2-545,3 0-1055</inkml:trace>
  <inkml:trace contextRef="#ctx0" brushRef="#br0" timeOffset="119">10272 7542 3369,'14'27'5080,"8"13"-1821,0 2-1803,-16-33-1374,-1 0 0,1 0-1,0 0 1,1-1 0,0 0-1,1 0 1,-1-1 0,1 1 0,1-2-1,-1 1 1,10 4-82,-16-11-2,-1 0 0,1 0 0,-1 0 1,0 0-1,1-1 0,-1 1 0,0 0 0,1-1 0,-1 1 1,0-1-1,1 1 0,-1-1 0,0 0 0,0 1 0,0-1 1,0 0-1,1 0 0,-1 0 0,0 0 0,-1 0 0,1 0 1,0 0-1,0 0 0,0 0 0,-1-1 0,1 1 0,0 0 1,-1 0-1,1-1 0,-1 1 0,0 0 0,1-1 0,-1 1 0,0-1 1,0 1-1,0 0 0,0-1 0,0 1 0,0 0 0,0-1 1,0 1-1,-1-1 0,1 1 0,0 0 0,-1-1 0,1 1 1,-1 0-1,0 0 0,1-1 2,0 2-3,-2-38-346,-2 0 0,-1 0 0,-2 1 0,-1 0 0,-7-15 349,2 3-1832,6 27 385</inkml:trace>
  <inkml:trace contextRef="#ctx0" brushRef="#br0" timeOffset="120">10435 7276 5009,'35'47'5278,"55"93"-1307,-86-117-2339,-11-59-1464,-19-57-23,18 72-129,0 0-1,2-1 0,0 0 0,1 0 1,2-1-1,0 1 0,1-14-15,1 35-104,1-1 0,0 1 0,0 0 0,0 0 0,1-1 0,-1 1 0,0 0 0,0-1 0,1 1 0,-1 0 0,1 0 0,-1-1 0,1 1 0,-1 0 0,1 0 0,0 0 0,-1 0 0,1 0 0,0 0 0,0 0 0,0 0 0,0 0 0,0 0 0,0 1 0,0-1 0,0 0 0,0 1 0,0-1 0,1 0-1,-1 1 1,0 0 0,0-1 0,1 1 0,-1 0 104,7 1-2323</inkml:trace>
  <inkml:trace contextRef="#ctx0" brushRef="#br0" timeOffset="121">10590 7143 3009,'43'16'7923,"-41"-15"-7796,1-1 0,-1 0-1,0 1 1,0-1 0,0 0 0,1 0 0,-1 0 0,0 0 0,0 0 0,0-1 0,1 1 0,-1-1 0,0 1 0,0-1 0,0 0 0,0 0 0,0 0-1,0 0 1,0 0 0,0 0 0,0 0 0,-1-1 0,1 1 0,0-1 0,-1 1 0,1-1 0,-1 0 0,0 0 0,1 1 0,-1-1 0,0 0 0,0 0-1,0 0 1,-1 0 0,1 0 0,0-1 0,-1 1 0,1 0 0,-1-2-127,1-2 73,-1 0-1,0 0 1,-1 0-1,1 0 1,-1 0-1,-1-1 1,1 2 0,-1-1-1,0 0 1,0 0-1,-1 0 1,1 1-1,-1 0 1,0-1 0,-1 1-1,0 0 1,1 0-1,-1 1 1,-1-1-1,1 1 1,-1 0 0,0 0-1,0 1 1,0-1-1,0 1 1,0 0-1,-1 0 1,0 1 0,-3-2-73,7 4-5,1 0 1,-1 0 0,1 0 0,-1 0-1,1 0 1,-1 0 0,1 0 0,-1 0-1,1 0 1,-1 1 0,1-1 0,-1 1-1,1-1 1,0 1 0,-1 0 0,1-1 0,0 1-1,0 0 1,-1 0 0,1 0 0,0 0-1,0 0 1,0 0 0,0 0 0,0 0-1,0 0 1,0 1 0,1-1 0,-1 0-1,0 1 1,1-1 0,-1 0 0,1 1 0,-1-1-1,1 1 1,0-1 0,-1 1 0,1-1-1,0 1 1,0-1 0,0 1 0,0-1-1,1 1 1,-1 0 4,11 69-43,-5-58 43,2 0-1,0-1 1,0 1 0,1-2-1,1 1 1,0-1 0,1-1-1,0 0 1,0 0 0,1-1-1,0 0 1,11 5 0,-15-10-47,-1 0-1,1 0 1,-1-1-1,1 0 1,0 0 0,0 0-1,0-1 1,1-1-1,-1 0 1,0 0 0,1 0-1,-1-1 1,1 0-1,-1-1 1,0 0-1,1 0 1,-1-1 0,1 0 47,16-23-3106,-16 11-654</inkml:trace>
  <inkml:trace contextRef="#ctx0" brushRef="#br0" timeOffset="122">2683 4695 3121,'-11'-16'5638,"25"37"-2891,101 199-2580,-40-102-120,-75-117-47,1 1 1,0-2-1,-1 1 1,1 0-1,0 0 1,0 0-1,0 0 1,0 0-1,0-1 1,0 1 0,0 0-1,0-1 1,0 1-1,0-1 1,0 1-1,0-1 1,0 1-1,0-1 1,0 0-1,1 0 1,-1 1-1,0-1 1,0 0-1,0 0 1,1 0-1,-1 0 1,0 0-1,0-1 1,0 1-1,0 0 1,1-1-1,-1 1 1,0 0-1,0-1 1,0 1-1,0-1 1,0 0 0,0 1-1,0-1 1,0 0-1,0 0 1,0 1-1,-1-1 1,1 0-1,0 0 1,0 0-1,-1 0 1,1 0-1,-1 0 1,1 0-1,-1 0 1,1-1-1,-1 1 1,1 0-1,-1 0 1,0 0-1,0 0 1,0-1-1,0 1 1,0 0-1,0 0 1,0 0-1,0-1 1,0 1-1,0 0 1,-1 0 0,1-1-1,0-11 49,0 0 1,-1-1 0,-1 1 0,0 0 0,0 0-1,-1 0 1,-1 0 0,-5-12-50,-14-70 103,37 93-108,85 43 59,-98-42-42,1 0 0,-1-1 0,1 1 0,-1 0 0,0 0-1,0-1 1,0 1 0,0-1 0,0 1 0,0-1 0,0 1 0,0-1-1,0 0 1,-1 0 0,1 1 0,-1-1 0,1 0 0,-1 0-1,0 1 1,0-1 0,0 0 0,0 0 0,0 0 0,0 1 0,0-1-1,0 0 1,-1 0 0,1 0 0,-1 1 0,1-1 0,-1 0 0,0 1-1,0-1 1,0 0 0,0 1 0,0-1 0,-1 0-12,-1-12 47,-9-32-117,-2 1 0,-1 0 1,-3 1-1,-21-38 70,27 56-1060,5 5-534</inkml:trace>
  <inkml:trace contextRef="#ctx0" brushRef="#br0" timeOffset="123">3316 4373 4713,'-17'-29'4185,"-23"-8"-3011,27 26-692,11 9-472,0 0 0,0 0-1,0 1 1,0-1 0,0 1-1,0-1 1,-1 1 0,1 0 0,0-1-1,-1 1 1,1 0 0,-1 1-1,1-1 1,-1 0 0,1 1 0,-1 0-1,1-1 1,-1 1 0,0 0-1,1 0 1,-1 0 0,0 1-1,1-1 1,-1 1 0,1-1 0,-1 1-1,1 0 1,-1 0 0,1 0-1,0 0 1,-1 1 0,1-1-1,0 0 1,0 1 0,0 0 0,0-1-1,0 1 1,0 0 0,1 0-1,-1 0 1,0 0 0,1 1 0,0-1-1,-1 0 1,1 1 0,0-1-1,0 3-9,-3 6-13,1 1 0,1 0 0,0-1 0,0 1 0,1 0 0,1 0 0,0 0 0,1 0 0,0 0 0,1 0-1,0 0 1,1 0 0,0-1 0,1 1 0,0-1 0,1 0 0,0 0 0,0 0 0,2-1 0,-1 0 0,3 2 13,-8-10-6,0 1-1,1 0 1,0-1 0,-1 1 0,1-1 0,0 1 0,1-1 0,-1 0 0,0 0 0,1 0-1,-1 0 1,1 0 0,-1-1 0,1 1 0,0-1 0,-1 0 0,1 0 0,0 0 0,0 0 0,0 0-1,0 0 1,0-1 0,0 0 0,0 1 0,1-1 0,-1 0 0,0-1 0,0 1 0,0 0-1,0-1 1,0 0 0,0 0 0,0 0 0,0 0 0,0 0 0,-1 0 0,1-1 0,0 1 0,-1-1-1,1 0 1,-1 0 0,0 0 0,1 0 0,-1 0 0,1-2 6,-1-5 34,0-1 1,0 1 0,-1-1-1,0 1 1,-1-1-1,0 0 1,0 1 0,-1-1-1,-1 0 1,0 1-1,0 0 1,0-1-1,-3-4-34,-4-23 236,-7-18 391,13 63-308,6 9-301,0 1 0,2-1-1,0 0 1,0 0 0,2-1 0,0 1 0,1-2 0,1 2-18,-7-13-127,0 0 0,0 0 0,1-1 0,0 1 0,0 0 1,0-1-1,0 0 0,0 0 0,1 0 0,-1 0 0,1 0 1,0-1-1,0 1 0,0-1 0,0 0 0,0 0 0,1-1 0,2 1 127,8 0-2149</inkml:trace>
  <inkml:trace contextRef="#ctx0" brushRef="#br0" timeOffset="124">3464 4034 7274,'-67'64'6809,"61"-57"-6765,1 0 0,0 0 0,1 1-1,0-1 1,0 1 0,1 0-1,0 0 1,0 1 0,1-1-1,0 1 1,0-1 0,1 1-1,0 0 1,1 5-44,-1-6-11,1-7 1,-1 1 0,1-1 1,0 1-1,-1-1 0,1 0 1,0 1-1,0-1 1,0 1-1,0-1 0,0 1 1,0-1-1,1 1 0,-1-1 1,0 0-1,1 1 1,-1-1-1,1 1 0,-1-1 1,1 0-1,0 1 0,0-1 1,-1 0-1,1 0 1,0 0-1,0 0 0,0 0 1,0 0-1,0 0 0,0 0 1,1 0-1,-1 0 1,0 0-1,0-1 0,1 1 1,-1 0-1,1-1 0,-1 1 1,0-1-1,1 0 1,-1 1-1,1-1 0,-1 0 1,1 0 9,7-1-31,-1 0 0,1 0 0,0-1 0,-1 0 1,1-1-1,-1 0 0,0 0 0,0-1 0,0 0 0,-1 0 1,3-2 30,50-21 4,-58 26 1,-1 1 0,1-1 0,0 1 0,0 0 0,0 0 0,0-1 1,0 1-1,0 1 0,0-1 0,0 0 0,0 0 0,0 1 0,0-1 0,0 1 0,-1 0 0,1-1 0,0 1 0,0 0 1,-1 0-1,1 0 0,0 0 0,-1 0 0,1 1 0,-1-1 0,1 0 0,-1 1 0,0-1 0,0 1 0,0 0 0,0-1 1,0 1-1,0 0 0,0-1 0,0 1 0,0 0 0,-1 0 0,1 0 0,-1 0 0,0 0 0,1 0 0,-1 0 0,0 0 1,0 0-1,0 0 0,0 0-5,-4 90 263,3-79-234,-1-1 0,-1 0 0,0 0-1,-1-1 1,0 1 0,0-1 0,-1 1 0,-1-2 0,0 1 0,0 0-1,-4 3-28,2-8-814,0-3-1458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4/17/2026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Slides created by April Crockett, Tennessee Tech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94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38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99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52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7810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671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20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17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569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7740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11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937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5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301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35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180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546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249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4956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034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9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1225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726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967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974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030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260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8534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325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161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114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2990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791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2CF44-2B13-41B4-A334-1CDF534EEBB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3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nmaahc.si.edu/object/nmaahc_2011.137.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dSSOAtIrYU&amp;t=1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cse.unl.edu/~cbourke/PDCatUNL/module-asynch-demo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b="1" dirty="0">
                <a:solidFill>
                  <a:srgbClr val="4F2984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Module 11: Classes, Objects, &amp;</a:t>
            </a:r>
            <a:br>
              <a:rPr lang="en-US" b="1" dirty="0">
                <a:solidFill>
                  <a:srgbClr val="4F2984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</a:br>
            <a:r>
              <a:rPr lang="en-US" b="1" dirty="0">
                <a:solidFill>
                  <a:srgbClr val="4F2984"/>
                </a:solidFill>
                <a:latin typeface="Berlin Sans FB Demi" panose="020E0802020502020306" pitchFamily="34" charset="0"/>
                <a:cs typeface="Aharoni" panose="02010803020104030203" pitchFamily="2" charset="-79"/>
              </a:rPr>
              <a:t>Event Handling</a:t>
            </a:r>
            <a:endParaRPr b="1" dirty="0">
              <a:solidFill>
                <a:srgbClr val="4F2984"/>
              </a:solidFill>
              <a:latin typeface="Berlin Sans FB Demi" panose="020E0802020502020306" pitchFamily="34" charset="0"/>
              <a:cs typeface="Aharoni" panose="02010803020104030203" pitchFamily="2" charset="-79"/>
            </a:endParaRPr>
          </a:p>
        </p:txBody>
      </p:sp>
      <p:pic>
        <p:nvPicPr>
          <p:cNvPr id="4" name="Picture 4" descr="You Have No Class C++ C: 120 Pages I 6x9 I Karo: Notebooks, Funny:  9781677980130: Amazon.com: Books">
            <a:extLst>
              <a:ext uri="{FF2B5EF4-FFF2-40B4-BE49-F238E27FC236}">
                <a16:creationId xmlns:a16="http://schemas.microsoft.com/office/drawing/2014/main" id="{9C97BAAE-4FE3-3296-F123-5AC284BC36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0" b="30000"/>
          <a:stretch/>
        </p:blipFill>
        <p:spPr bwMode="auto">
          <a:xfrm>
            <a:off x="4319778" y="304800"/>
            <a:ext cx="3552444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C01A2D-9AC4-5E8D-5751-63E6F7AFCA72}"/>
              </a:ext>
            </a:extLst>
          </p:cNvPr>
          <p:cNvSpPr txBox="1"/>
          <p:nvPr/>
        </p:nvSpPr>
        <p:spPr>
          <a:xfrm>
            <a:off x="4191000" y="6324600"/>
            <a:ext cx="419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April Crockett, CSC 1300</a:t>
            </a: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190500"/>
            <a:ext cx="117348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  <a:ea typeface="+mn-ea"/>
                <a:cs typeface="+mn-cs"/>
              </a:rPr>
              <a:t>Module 11 Objectives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5A67-E97A-432B-9380-7AAF08B8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1" y="1504950"/>
            <a:ext cx="11734800" cy="4591050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You will be able to solve a computing problem using an object.</a:t>
            </a:r>
          </a:p>
          <a:p>
            <a:r>
              <a:rPr lang="en-US" altLang="en-US" sz="2800" b="1" dirty="0">
                <a:solidFill>
                  <a:schemeClr val="bg1"/>
                </a:solidFill>
              </a:rPr>
              <a:t>You will be able to debug and test their code containing objects.</a:t>
            </a:r>
          </a:p>
          <a:p>
            <a:r>
              <a:rPr lang="en-US" altLang="en-US" sz="2800" b="1" dirty="0">
                <a:solidFill>
                  <a:schemeClr val="bg1"/>
                </a:solidFill>
              </a:rPr>
              <a:t>You will be able to identify the difference between structures and objects.</a:t>
            </a:r>
          </a:p>
          <a:p>
            <a:r>
              <a:rPr lang="en-US" altLang="en-US" sz="2800" b="1" dirty="0">
                <a:solidFill>
                  <a:schemeClr val="bg1"/>
                </a:solidFill>
              </a:rPr>
              <a:t>Students will be able to recognize when an algorithmic solution can benefit from the use of multiple threads that communicate via events or similar means of interaction.</a:t>
            </a:r>
          </a:p>
          <a:p>
            <a:r>
              <a:rPr lang="en-US" altLang="en-US" sz="2800" b="1" dirty="0">
                <a:solidFill>
                  <a:schemeClr val="bg1"/>
                </a:solidFill>
              </a:rPr>
              <a:t>Students will be able to implement an algorithmic solution using multiple threads that communicate via events or similar means of interaction.</a:t>
            </a:r>
          </a:p>
        </p:txBody>
      </p:sp>
    </p:spTree>
    <p:extLst>
      <p:ext uri="{BB962C8B-B14F-4D97-AF65-F5344CB8AC3E}">
        <p14:creationId xmlns:p14="http://schemas.microsoft.com/office/powerpoint/2010/main" val="4244773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190500"/>
            <a:ext cx="117348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  <a:ea typeface="+mn-ea"/>
                <a:cs typeface="+mn-cs"/>
              </a:rPr>
              <a:t>Introduction to Classes &amp; Objects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5A67-E97A-432B-9380-7AAF08B8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53" y="1504950"/>
            <a:ext cx="11597047" cy="45910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en-US" sz="4000" dirty="0">
                <a:solidFill>
                  <a:schemeClr val="bg1"/>
                </a:solidFill>
              </a:rPr>
              <a:t>An </a:t>
            </a:r>
            <a:r>
              <a:rPr lang="en-US" sz="4000" b="1" dirty="0">
                <a:solidFill>
                  <a:srgbClr val="FF0000"/>
                </a:solidFill>
              </a:rPr>
              <a:t>object</a:t>
            </a:r>
            <a:r>
              <a:rPr lang="en-US" sz="4000" dirty="0">
                <a:solidFill>
                  <a:schemeClr val="bg1"/>
                </a:solidFill>
              </a:rPr>
              <a:t> consists of </a:t>
            </a:r>
            <a:r>
              <a:rPr lang="en-US" sz="4000" b="1" dirty="0">
                <a:solidFill>
                  <a:srgbClr val="FF0000"/>
                </a:solidFill>
              </a:rPr>
              <a:t>data</a:t>
            </a:r>
            <a:r>
              <a:rPr lang="en-US" sz="4000" dirty="0">
                <a:solidFill>
                  <a:schemeClr val="bg1"/>
                </a:solidFill>
              </a:rPr>
              <a:t> plus </a:t>
            </a:r>
            <a:r>
              <a:rPr lang="en-US" sz="4000" b="1" dirty="0">
                <a:solidFill>
                  <a:srgbClr val="FF0000"/>
                </a:solidFill>
              </a:rPr>
              <a:t>operations</a:t>
            </a:r>
            <a:r>
              <a:rPr lang="en-US" sz="4000" dirty="0">
                <a:solidFill>
                  <a:schemeClr val="bg1"/>
                </a:solidFill>
              </a:rPr>
              <a:t> that can be performed on that data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  <a:endParaRPr lang="en-US" sz="28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4400" b="1" u="sng" dirty="0">
                <a:solidFill>
                  <a:schemeClr val="bg1"/>
                </a:solidFill>
              </a:rPr>
              <a:t>Example Object:</a:t>
            </a:r>
            <a:r>
              <a:rPr lang="en-US" sz="4400" b="1" dirty="0">
                <a:solidFill>
                  <a:schemeClr val="bg1"/>
                </a:solidFill>
              </a:rPr>
              <a:t>  </a:t>
            </a:r>
            <a:r>
              <a:rPr lang="en-US" sz="4400" dirty="0">
                <a:solidFill>
                  <a:schemeClr val="bg1"/>
                </a:solidFill>
              </a:rPr>
              <a:t>PLANET</a:t>
            </a:r>
          </a:p>
          <a:p>
            <a:r>
              <a:rPr lang="en-US" sz="2800" b="1" u="sng" dirty="0">
                <a:solidFill>
                  <a:schemeClr val="bg1"/>
                </a:solidFill>
              </a:rPr>
              <a:t>data:</a:t>
            </a:r>
            <a:r>
              <a:rPr lang="en-US" sz="2800" dirty="0">
                <a:solidFill>
                  <a:schemeClr val="bg1"/>
                </a:solidFill>
              </a:rPr>
              <a:t>  temperature, distance from sun, distance from earth, revolutions, mass, color</a:t>
            </a:r>
            <a:endParaRPr lang="en-US" sz="2800" b="1" u="sng" dirty="0">
              <a:solidFill>
                <a:schemeClr val="bg1"/>
              </a:solidFill>
            </a:endParaRPr>
          </a:p>
          <a:p>
            <a:r>
              <a:rPr lang="en-US" sz="2800" b="1" u="sng" dirty="0">
                <a:solidFill>
                  <a:schemeClr val="bg1"/>
                </a:solidFill>
              </a:rPr>
              <a:t>operations: </a:t>
            </a:r>
          </a:p>
          <a:p>
            <a:pPr marL="457200" indent="-2286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</a:rPr>
              <a:t>get distance from sun, </a:t>
            </a:r>
          </a:p>
          <a:p>
            <a:pPr marL="457200" indent="-2286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</a:rPr>
              <a:t>get distance from earth, </a:t>
            </a:r>
          </a:p>
          <a:p>
            <a:pPr marL="457200" indent="-2286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</a:rPr>
              <a:t>get temperature of the planet, </a:t>
            </a:r>
          </a:p>
          <a:p>
            <a:pPr marL="457200" indent="-2286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</a:rPr>
              <a:t>calculate how long it takes to make one complete circle around the sun, </a:t>
            </a:r>
          </a:p>
          <a:p>
            <a:pPr marL="457200" indent="-228600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</a:rPr>
              <a:t>get mass of the planet</a:t>
            </a:r>
          </a:p>
        </p:txBody>
      </p:sp>
    </p:spTree>
    <p:extLst>
      <p:ext uri="{BB962C8B-B14F-4D97-AF65-F5344CB8AC3E}">
        <p14:creationId xmlns:p14="http://schemas.microsoft.com/office/powerpoint/2010/main" val="289074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190500"/>
            <a:ext cx="117348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  <a:ea typeface="+mn-ea"/>
                <a:cs typeface="+mn-cs"/>
              </a:rPr>
              <a:t>Class Concept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5A67-E97A-432B-9380-7AAF08B8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353" y="1504950"/>
            <a:ext cx="5195713" cy="1314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A class is like a cookie cutter and the cookies made with the cookie cutter is like the objects.</a:t>
            </a:r>
            <a:endParaRPr lang="en-US" altLang="en-US" sz="2800" dirty="0"/>
          </a:p>
        </p:txBody>
      </p:sp>
      <p:pic>
        <p:nvPicPr>
          <p:cNvPr id="2" name="Picture 2" descr="Odoziaku on Twitter: &quot;Just in case you have struggled with understanding  objects and classes. #ConcatenateConf #javascript #oop #programming #coding  https://t.co/3HnbCZlE7S&quot; / Twitter">
            <a:extLst>
              <a:ext uri="{FF2B5EF4-FFF2-40B4-BE49-F238E27FC236}">
                <a16:creationId xmlns:a16="http://schemas.microsoft.com/office/drawing/2014/main" id="{6A1FC383-A61B-163D-45DE-D3DFE9C73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53" y="3143250"/>
            <a:ext cx="5195713" cy="3564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39D66F8-12B0-D76C-B795-0C0BBAC56343}"/>
              </a:ext>
            </a:extLst>
          </p:cNvPr>
          <p:cNvSpPr txBox="1">
            <a:spLocks/>
          </p:cNvSpPr>
          <p:nvPr/>
        </p:nvSpPr>
        <p:spPr>
          <a:xfrm>
            <a:off x="6767687" y="1615945"/>
            <a:ext cx="5195713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en-US" sz="2800" dirty="0">
                <a:solidFill>
                  <a:schemeClr val="bg1">
                    <a:lumMod val="75000"/>
                    <a:lumOff val="25000"/>
                  </a:schemeClr>
                </a:solidFill>
              </a:rPr>
              <a:t>A class is like a blueprint and objects are like houses built from the blueprint.</a:t>
            </a:r>
            <a:endParaRPr lang="en-US" altLang="en-US" sz="2800" dirty="0"/>
          </a:p>
        </p:txBody>
      </p:sp>
      <p:pic>
        <p:nvPicPr>
          <p:cNvPr id="12" name="Picture 2" descr="1303sowc copy">
            <a:extLst>
              <a:ext uri="{FF2B5EF4-FFF2-40B4-BE49-F238E27FC236}">
                <a16:creationId xmlns:a16="http://schemas.microsoft.com/office/drawing/2014/main" id="{E51BDDFE-8D91-5B01-B69C-DD9CBAB1F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865" y="2501631"/>
            <a:ext cx="5281113" cy="415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6794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8600" y="190500"/>
            <a:ext cx="117348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Struct vs. Class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pic>
        <p:nvPicPr>
          <p:cNvPr id="6" name="Picture 5" descr="dog struct">
            <a:extLst>
              <a:ext uri="{FF2B5EF4-FFF2-40B4-BE49-F238E27FC236}">
                <a16:creationId xmlns:a16="http://schemas.microsoft.com/office/drawing/2014/main" id="{6CC64F03-A0E3-D17C-6760-B61ECD67A83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29" t="4369" r="5433" b="60445"/>
          <a:stretch/>
        </p:blipFill>
        <p:spPr>
          <a:xfrm>
            <a:off x="76199" y="1447800"/>
            <a:ext cx="6019801" cy="3014989"/>
          </a:xfrm>
          <a:prstGeom prst="rect">
            <a:avLst/>
          </a:prstGeom>
        </p:spPr>
      </p:pic>
      <p:pic>
        <p:nvPicPr>
          <p:cNvPr id="9" name="Picture 8" descr="dog class">
            <a:extLst>
              <a:ext uri="{FF2B5EF4-FFF2-40B4-BE49-F238E27FC236}">
                <a16:creationId xmlns:a16="http://schemas.microsoft.com/office/drawing/2014/main" id="{C194E765-2BD1-0A3D-038E-C8B31B4C1D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637"/>
          <a:stretch/>
        </p:blipFill>
        <p:spPr>
          <a:xfrm>
            <a:off x="5764065" y="2120017"/>
            <a:ext cx="6351736" cy="453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623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23345" y="170136"/>
            <a:ext cx="117348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Classes Contain Attributes &amp; Member Functions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5A67-E97A-432B-9380-7AAF08B8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964" y="1447800"/>
            <a:ext cx="5847036" cy="5105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</a:rPr>
              <a:t>attributes</a:t>
            </a:r>
            <a:r>
              <a:rPr lang="en-US" sz="2800" dirty="0">
                <a:solidFill>
                  <a:schemeClr val="bg1"/>
                </a:solidFill>
              </a:rPr>
              <a:t>:  members of a class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</a:rPr>
              <a:t>member functions</a:t>
            </a:r>
            <a:r>
              <a:rPr lang="en-US" sz="2800" dirty="0">
                <a:solidFill>
                  <a:schemeClr val="bg1"/>
                </a:solidFill>
              </a:rPr>
              <a:t>:  methods or functions of a class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4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0070C0"/>
                </a:solidFill>
              </a:rPr>
              <a:t>encapsulation</a:t>
            </a:r>
            <a:r>
              <a:rPr lang="en-US" sz="2800" dirty="0">
                <a:solidFill>
                  <a:schemeClr val="bg1"/>
                </a:solidFill>
              </a:rPr>
              <a:t>:  </a:t>
            </a:r>
            <a:r>
              <a:rPr lang="en-US" sz="3000" dirty="0">
                <a:solidFill>
                  <a:schemeClr val="bg1"/>
                </a:solidFill>
              </a:rPr>
              <a:t>combining data and member functions into an object (and making sure to hide the data…next slide)</a:t>
            </a:r>
          </a:p>
          <a:p>
            <a:pPr marL="0" indent="0" algn="ctr">
              <a:buNone/>
            </a:pP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377D6115-9A0B-C808-EF4D-2DD9EB269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0901" y="2117558"/>
            <a:ext cx="3992078" cy="39078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0B635-9E64-C591-B6B7-3078CCCC6C0A}"/>
              </a:ext>
            </a:extLst>
          </p:cNvPr>
          <p:cNvSpPr txBox="1"/>
          <p:nvPr/>
        </p:nvSpPr>
        <p:spPr>
          <a:xfrm>
            <a:off x="7563008" y="1617557"/>
            <a:ext cx="4705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THIS IS AN INSTANCE (OBJECT) OF A CLASS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DC36F88-DBE5-D375-202C-7F79C8D84F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5309" y="2442410"/>
            <a:ext cx="673769" cy="6978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FA85AE-DC0C-7A9B-B506-BCBFA9A50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80834" y="2442410"/>
            <a:ext cx="673769" cy="6978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9F7633A-831A-3F46-3D94-3705A4DC4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85609" y="2442410"/>
            <a:ext cx="673769" cy="6978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7906763-79D0-77F1-E699-6F6D112DA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195309" y="3874168"/>
            <a:ext cx="3391102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B89E8E5-ADDC-4D73-8556-58C8A1259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3978" y="4359651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1536F7-9E45-F3BD-AC46-E9FF16800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32482" y="4385504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39D4E9-828D-65FA-52DF-93374BC23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3979" y="5206062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AF5094-BA2D-338D-8AF7-FD205A534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05411" y="5218092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D5E028-E7B0-73AB-F144-22158FAC8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26742" y="4660558"/>
            <a:ext cx="1353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MEMBER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E3554B-7CB8-6DD6-1C33-38DC7655E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522476" y="3024855"/>
            <a:ext cx="278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pc="600" dirty="0">
                <a:solidFill>
                  <a:schemeClr val="bg1"/>
                </a:solidFill>
              </a:rPr>
              <a:t>ATTRIBUTES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DE91E5B-7F26-CF21-9120-EB06894AD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74587" y="2440029"/>
            <a:ext cx="673769" cy="6978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2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Data Hiding with Classes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5787535" cy="507937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00FF"/>
                </a:solidFill>
              </a:rPr>
              <a:t>Data hiding</a:t>
            </a:r>
            <a:r>
              <a:rPr lang="en-US" sz="3200" dirty="0">
                <a:solidFill>
                  <a:schemeClr val="bg1"/>
                </a:solidFill>
              </a:rPr>
              <a:t>:  restricting access to certain members of an object.</a:t>
            </a:r>
          </a:p>
          <a:p>
            <a:r>
              <a:rPr lang="en-US" sz="3200" dirty="0">
                <a:solidFill>
                  <a:schemeClr val="bg1"/>
                </a:solidFill>
              </a:rPr>
              <a:t>This is also sometimes called </a:t>
            </a:r>
            <a:r>
              <a:rPr lang="en-US" sz="3200" b="1" dirty="0">
                <a:solidFill>
                  <a:srgbClr val="0000FF"/>
                </a:solidFill>
              </a:rPr>
              <a:t>information hiding</a:t>
            </a:r>
            <a:r>
              <a:rPr lang="en-US" sz="32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en-US" sz="2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633B834F-370A-1926-B8B3-B03C9F1C7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0901" y="2117558"/>
            <a:ext cx="3992078" cy="390785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8A1CC-06E6-9930-B910-4D6BFABB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529161" y="1684075"/>
            <a:ext cx="4555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THIS IS AN INSTANCE (OBJECT) OF A CLASS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CC638A-23A2-603E-7958-93AA681A2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95309" y="2442410"/>
            <a:ext cx="673769" cy="6978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46E20D-7DFE-852C-33E1-1622A7491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80834" y="2442410"/>
            <a:ext cx="673769" cy="6978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72AFAB5-985D-48CB-DB00-54F4C3151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85609" y="2442410"/>
            <a:ext cx="673769" cy="6978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B52EB2-58DD-8B83-1FCC-F9A515BF6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195309" y="3874168"/>
            <a:ext cx="3391102" cy="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83B572E-718F-F255-227F-C5C8E6074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3978" y="4359651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5CDD5F-89D6-BD98-C8C0-B4654F5BA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32482" y="4385504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77C4A7-72D2-D3EC-B38C-810B3634AA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3979" y="5206062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0CDC6D-FDD5-4453-94AA-9321FBDE3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05411" y="5218092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343C32-ABFF-067F-D92F-225FA7170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514147" y="3125044"/>
            <a:ext cx="158515" cy="2081018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67B3648-9D54-83CE-2A43-EC6437C8E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8547435" y="3140241"/>
            <a:ext cx="1524050" cy="2065821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E7CCC7E-04A2-D36E-F48A-2F2151D32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10" idx="0"/>
          </p:cNvCxnSpPr>
          <p:nvPr/>
        </p:nvCxnSpPr>
        <p:spPr>
          <a:xfrm>
            <a:off x="8530792" y="3132642"/>
            <a:ext cx="282339" cy="1227009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77F5943-11DF-F998-C439-3606A152A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8825063" y="3125044"/>
            <a:ext cx="591552" cy="1205732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69B51B-8316-86D6-D583-8070C2AF8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11" idx="0"/>
          </p:cNvCxnSpPr>
          <p:nvPr/>
        </p:nvCxnSpPr>
        <p:spPr>
          <a:xfrm flipH="1">
            <a:off x="10071635" y="3153919"/>
            <a:ext cx="280637" cy="1231585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E2456F5-86BB-5AEE-04D8-E8E5645EC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27" idx="4"/>
            <a:endCxn id="14" idx="0"/>
          </p:cNvCxnSpPr>
          <p:nvPr/>
        </p:nvCxnSpPr>
        <p:spPr>
          <a:xfrm flipH="1">
            <a:off x="10044564" y="3137860"/>
            <a:ext cx="1066908" cy="2080232"/>
          </a:xfrm>
          <a:prstGeom prst="straightConnector1">
            <a:avLst/>
          </a:prstGeom>
          <a:ln w="57150" cap="flat" cmpd="sng" algn="ctr">
            <a:solidFill>
              <a:schemeClr val="accent3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8B4D657-5B8B-DB93-F91C-57B91CF29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76826" y="4328370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23BE8C7-9714-3143-8316-74210E311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21" idx="3"/>
            <a:endCxn id="10" idx="1"/>
          </p:cNvCxnSpPr>
          <p:nvPr/>
        </p:nvCxnSpPr>
        <p:spPr>
          <a:xfrm>
            <a:off x="7155131" y="4659239"/>
            <a:ext cx="1218847" cy="31281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31A7FBF-6702-B226-F56B-2FDE48EDF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stCxn id="21" idx="3"/>
            <a:endCxn id="14" idx="1"/>
          </p:cNvCxnSpPr>
          <p:nvPr/>
        </p:nvCxnSpPr>
        <p:spPr>
          <a:xfrm>
            <a:off x="7155131" y="4659239"/>
            <a:ext cx="2450280" cy="889722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FDE8BD9-0C8D-C42F-9B95-9B570C7F6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48871" y="3739173"/>
            <a:ext cx="11240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OUTSIDE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CODE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11CD5B-3811-7C59-87B3-9CFBA4B35C85}"/>
              </a:ext>
            </a:extLst>
          </p:cNvPr>
          <p:cNvSpPr txBox="1"/>
          <p:nvPr/>
        </p:nvSpPr>
        <p:spPr>
          <a:xfrm>
            <a:off x="10526742" y="4660558"/>
            <a:ext cx="1353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MEMBER 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DB6117-E41A-3C26-5A23-540AE9E58451}"/>
              </a:ext>
            </a:extLst>
          </p:cNvPr>
          <p:cNvSpPr txBox="1"/>
          <p:nvPr/>
        </p:nvSpPr>
        <p:spPr>
          <a:xfrm>
            <a:off x="8470235" y="2091229"/>
            <a:ext cx="2781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spc="600" dirty="0">
                <a:solidFill>
                  <a:schemeClr val="bg1"/>
                </a:solidFill>
              </a:rPr>
              <a:t>ATTRIBUTES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4C3327-DE37-F849-774C-1172606A3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774587" y="2440029"/>
            <a:ext cx="673769" cy="697831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43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Object Reusability with Classes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1582400" cy="507937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 real-world program is never written by one person.  Every C++ program we have written so far has used objects (cin, cout, string)</a:t>
            </a:r>
          </a:p>
          <a:p>
            <a:r>
              <a:rPr lang="en-US" sz="2800" dirty="0">
                <a:solidFill>
                  <a:schemeClr val="bg1"/>
                </a:solidFill>
              </a:rPr>
              <a:t>Object-oriented programming (OOP) is great because programmers can re-use code more easily….this is called 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rgbClr val="0070C0"/>
                </a:solidFill>
              </a:rPr>
              <a:t>object reusability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ABB884B-98E8-9F14-98BA-5A8E40B2E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888042" y="5183332"/>
            <a:ext cx="878305" cy="948089"/>
            <a:chOff x="7810901" y="2117558"/>
            <a:chExt cx="3992078" cy="3907857"/>
          </a:xfrm>
        </p:grpSpPr>
        <p:sp>
          <p:nvSpPr>
            <p:cNvPr id="3" name="Rounded Rectangle 67">
              <a:extLst>
                <a:ext uri="{FF2B5EF4-FFF2-40B4-BE49-F238E27FC236}">
                  <a16:creationId xmlns:a16="http://schemas.microsoft.com/office/drawing/2014/main" id="{2F509C5A-2F5D-5E1F-3498-3E9BA8D5DC29}"/>
                </a:ext>
              </a:extLst>
            </p:cNvPr>
            <p:cNvSpPr/>
            <p:nvPr/>
          </p:nvSpPr>
          <p:spPr>
            <a:xfrm>
              <a:off x="7810901" y="2117558"/>
              <a:ext cx="3992078" cy="39078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8D680D0-2171-877D-8C23-EC7999F9FEB5}"/>
                </a:ext>
              </a:extLst>
            </p:cNvPr>
            <p:cNvSpPr/>
            <p:nvPr/>
          </p:nvSpPr>
          <p:spPr>
            <a:xfrm>
              <a:off x="81953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F7CC782-31EA-8667-E574-9AE765C1B09D}"/>
                </a:ext>
              </a:extLst>
            </p:cNvPr>
            <p:cNvSpPr/>
            <p:nvPr/>
          </p:nvSpPr>
          <p:spPr>
            <a:xfrm>
              <a:off x="9080834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E3BF2CD-FFD7-6F75-9405-8E0DF85C8DCC}"/>
                </a:ext>
              </a:extLst>
            </p:cNvPr>
            <p:cNvSpPr/>
            <p:nvPr/>
          </p:nvSpPr>
          <p:spPr>
            <a:xfrm>
              <a:off x="99856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235AB90-1BF3-A5CC-2D56-2BF05A3D6211}"/>
                </a:ext>
              </a:extLst>
            </p:cNvPr>
            <p:cNvCxnSpPr/>
            <p:nvPr/>
          </p:nvCxnSpPr>
          <p:spPr>
            <a:xfrm flipV="1">
              <a:off x="8195309" y="3874168"/>
              <a:ext cx="3391102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1A8E616-98F7-E51D-56F9-3F4B2745BCEE}"/>
                </a:ext>
              </a:extLst>
            </p:cNvPr>
            <p:cNvSpPr/>
            <p:nvPr/>
          </p:nvSpPr>
          <p:spPr>
            <a:xfrm>
              <a:off x="8373978" y="4359651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19F7908-2F8C-50DA-CA7A-689DE950DF40}"/>
                </a:ext>
              </a:extLst>
            </p:cNvPr>
            <p:cNvSpPr/>
            <p:nvPr/>
          </p:nvSpPr>
          <p:spPr>
            <a:xfrm>
              <a:off x="9468900" y="4359650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7017D69-AA63-AC76-B414-2F841F4A4724}"/>
                </a:ext>
              </a:extLst>
            </p:cNvPr>
            <p:cNvSpPr/>
            <p:nvPr/>
          </p:nvSpPr>
          <p:spPr>
            <a:xfrm>
              <a:off x="8373979" y="5206062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9F6A80-5EE9-9063-1985-6570E0E143BE}"/>
                </a:ext>
              </a:extLst>
            </p:cNvPr>
            <p:cNvSpPr/>
            <p:nvPr/>
          </p:nvSpPr>
          <p:spPr>
            <a:xfrm>
              <a:off x="9504393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A2A88DA-2A90-3439-2A3C-089AD4012438}"/>
                </a:ext>
              </a:extLst>
            </p:cNvPr>
            <p:cNvSpPr/>
            <p:nvPr/>
          </p:nvSpPr>
          <p:spPr>
            <a:xfrm>
              <a:off x="10774587" y="2440029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95C1E11-A181-0A74-DC75-2595EA093F93}"/>
                </a:ext>
              </a:extLst>
            </p:cNvPr>
            <p:cNvSpPr/>
            <p:nvPr/>
          </p:nvSpPr>
          <p:spPr>
            <a:xfrm>
              <a:off x="10611576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4260FD7-7CC1-DE9D-C36A-2BA280B7CD92}"/>
                </a:ext>
              </a:extLst>
            </p:cNvPr>
            <p:cNvSpPr/>
            <p:nvPr/>
          </p:nvSpPr>
          <p:spPr>
            <a:xfrm>
              <a:off x="10570051" y="4357949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F3F855F-E114-156D-3F98-76452A34F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217948" y="5176657"/>
            <a:ext cx="878305" cy="948089"/>
            <a:chOff x="7810901" y="2117558"/>
            <a:chExt cx="3992078" cy="3907857"/>
          </a:xfrm>
        </p:grpSpPr>
        <p:sp>
          <p:nvSpPr>
            <p:cNvPr id="18" name="Rounded Rectangle 80">
              <a:extLst>
                <a:ext uri="{FF2B5EF4-FFF2-40B4-BE49-F238E27FC236}">
                  <a16:creationId xmlns:a16="http://schemas.microsoft.com/office/drawing/2014/main" id="{162AEFE2-8AAE-F116-E6EF-62F31787DFB5}"/>
                </a:ext>
              </a:extLst>
            </p:cNvPr>
            <p:cNvSpPr/>
            <p:nvPr/>
          </p:nvSpPr>
          <p:spPr>
            <a:xfrm>
              <a:off x="7810901" y="2117558"/>
              <a:ext cx="3992078" cy="39078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738E7DA-8D77-5F73-5B44-55E54D4DF099}"/>
                </a:ext>
              </a:extLst>
            </p:cNvPr>
            <p:cNvSpPr/>
            <p:nvPr/>
          </p:nvSpPr>
          <p:spPr>
            <a:xfrm>
              <a:off x="81953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B616AC3-CC5E-9CB7-1859-DC7A976C109E}"/>
                </a:ext>
              </a:extLst>
            </p:cNvPr>
            <p:cNvSpPr/>
            <p:nvPr/>
          </p:nvSpPr>
          <p:spPr>
            <a:xfrm>
              <a:off x="9080834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B0065C3-3AD7-3088-C697-E42D6F8F17DF}"/>
                </a:ext>
              </a:extLst>
            </p:cNvPr>
            <p:cNvSpPr/>
            <p:nvPr/>
          </p:nvSpPr>
          <p:spPr>
            <a:xfrm>
              <a:off x="99856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A337525-C5DE-2BB5-C5EC-01F5B21B1DAC}"/>
                </a:ext>
              </a:extLst>
            </p:cNvPr>
            <p:cNvCxnSpPr/>
            <p:nvPr/>
          </p:nvCxnSpPr>
          <p:spPr>
            <a:xfrm flipV="1">
              <a:off x="8195309" y="3874168"/>
              <a:ext cx="3391102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7805671-4C86-7A02-257F-CA953D6DF2BD}"/>
                </a:ext>
              </a:extLst>
            </p:cNvPr>
            <p:cNvSpPr/>
            <p:nvPr/>
          </p:nvSpPr>
          <p:spPr>
            <a:xfrm>
              <a:off x="8373978" y="4359651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080A7DE-040E-1C7A-5D56-E22ED881D356}"/>
                </a:ext>
              </a:extLst>
            </p:cNvPr>
            <p:cNvSpPr/>
            <p:nvPr/>
          </p:nvSpPr>
          <p:spPr>
            <a:xfrm>
              <a:off x="9468900" y="4359650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B94BCC-09FE-9CE2-623A-23907F0B0E1B}"/>
                </a:ext>
              </a:extLst>
            </p:cNvPr>
            <p:cNvSpPr/>
            <p:nvPr/>
          </p:nvSpPr>
          <p:spPr>
            <a:xfrm>
              <a:off x="8373979" y="5206062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E28AFF3-DA66-2A1B-EEF7-8A657CC5CC8D}"/>
                </a:ext>
              </a:extLst>
            </p:cNvPr>
            <p:cNvSpPr/>
            <p:nvPr/>
          </p:nvSpPr>
          <p:spPr>
            <a:xfrm>
              <a:off x="9504393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E986F31-40E8-79D5-00BD-7491D584790A}"/>
                </a:ext>
              </a:extLst>
            </p:cNvPr>
            <p:cNvSpPr/>
            <p:nvPr/>
          </p:nvSpPr>
          <p:spPr>
            <a:xfrm>
              <a:off x="10774587" y="2440029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2225AFF-B4AA-97DB-A523-A3F27ADCED23}"/>
                </a:ext>
              </a:extLst>
            </p:cNvPr>
            <p:cNvSpPr/>
            <p:nvPr/>
          </p:nvSpPr>
          <p:spPr>
            <a:xfrm>
              <a:off x="10611576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3AD0EA8-ED5C-F1C4-A4AF-44C3C277043E}"/>
                </a:ext>
              </a:extLst>
            </p:cNvPr>
            <p:cNvSpPr/>
            <p:nvPr/>
          </p:nvSpPr>
          <p:spPr>
            <a:xfrm>
              <a:off x="10570051" y="4357949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206DC19-89F0-0A21-5F11-E01B7D885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887458" y="5192234"/>
            <a:ext cx="878305" cy="948089"/>
            <a:chOff x="7810901" y="2117558"/>
            <a:chExt cx="3992078" cy="3907857"/>
          </a:xfrm>
        </p:grpSpPr>
        <p:sp>
          <p:nvSpPr>
            <p:cNvPr id="31" name="Rounded Rectangle 93">
              <a:extLst>
                <a:ext uri="{FF2B5EF4-FFF2-40B4-BE49-F238E27FC236}">
                  <a16:creationId xmlns:a16="http://schemas.microsoft.com/office/drawing/2014/main" id="{2D6F7278-4946-3274-2CB5-659034CF6EA5}"/>
                </a:ext>
              </a:extLst>
            </p:cNvPr>
            <p:cNvSpPr/>
            <p:nvPr/>
          </p:nvSpPr>
          <p:spPr>
            <a:xfrm>
              <a:off x="7810901" y="2117558"/>
              <a:ext cx="3992078" cy="39078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68E673E-4435-C7CE-ED03-C267A397ACD1}"/>
                </a:ext>
              </a:extLst>
            </p:cNvPr>
            <p:cNvSpPr/>
            <p:nvPr/>
          </p:nvSpPr>
          <p:spPr>
            <a:xfrm>
              <a:off x="81953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0398676-EE72-4E65-72C5-AB969814B5B0}"/>
                </a:ext>
              </a:extLst>
            </p:cNvPr>
            <p:cNvSpPr/>
            <p:nvPr/>
          </p:nvSpPr>
          <p:spPr>
            <a:xfrm>
              <a:off x="9080834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7595D71-7E34-9484-889B-39A9E7ACD60C}"/>
                </a:ext>
              </a:extLst>
            </p:cNvPr>
            <p:cNvSpPr/>
            <p:nvPr/>
          </p:nvSpPr>
          <p:spPr>
            <a:xfrm>
              <a:off x="99856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D15EF60-11C3-9CCF-DCAC-7BCCB2670D1E}"/>
                </a:ext>
              </a:extLst>
            </p:cNvPr>
            <p:cNvCxnSpPr/>
            <p:nvPr/>
          </p:nvCxnSpPr>
          <p:spPr>
            <a:xfrm flipV="1">
              <a:off x="8195309" y="3874168"/>
              <a:ext cx="3391102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F501C87-2202-38FC-76ED-B9A5B5DCBA26}"/>
                </a:ext>
              </a:extLst>
            </p:cNvPr>
            <p:cNvSpPr/>
            <p:nvPr/>
          </p:nvSpPr>
          <p:spPr>
            <a:xfrm>
              <a:off x="8373978" y="4359651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3B2FA63-D864-3276-BD5A-6CA41021C116}"/>
                </a:ext>
              </a:extLst>
            </p:cNvPr>
            <p:cNvSpPr/>
            <p:nvPr/>
          </p:nvSpPr>
          <p:spPr>
            <a:xfrm>
              <a:off x="9468900" y="4359650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26F2F39-1C4D-5339-4AA5-ECED4836B694}"/>
                </a:ext>
              </a:extLst>
            </p:cNvPr>
            <p:cNvSpPr/>
            <p:nvPr/>
          </p:nvSpPr>
          <p:spPr>
            <a:xfrm>
              <a:off x="8373979" y="5206062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3323B92-2CCE-864F-B143-A725D9C8D00E}"/>
                </a:ext>
              </a:extLst>
            </p:cNvPr>
            <p:cNvSpPr/>
            <p:nvPr/>
          </p:nvSpPr>
          <p:spPr>
            <a:xfrm>
              <a:off x="9504393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65323DE-804D-25EF-41BD-3425EE486349}"/>
                </a:ext>
              </a:extLst>
            </p:cNvPr>
            <p:cNvSpPr/>
            <p:nvPr/>
          </p:nvSpPr>
          <p:spPr>
            <a:xfrm>
              <a:off x="10774587" y="2440029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3D63648-4FAD-6BF2-505F-9FB092AD2C86}"/>
                </a:ext>
              </a:extLst>
            </p:cNvPr>
            <p:cNvSpPr/>
            <p:nvPr/>
          </p:nvSpPr>
          <p:spPr>
            <a:xfrm>
              <a:off x="10611576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E64444A2-D94D-3E28-135D-91994818A9B7}"/>
                </a:ext>
              </a:extLst>
            </p:cNvPr>
            <p:cNvSpPr/>
            <p:nvPr/>
          </p:nvSpPr>
          <p:spPr>
            <a:xfrm>
              <a:off x="10570051" y="4357949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30A6F49-7383-B6EA-92E1-C90F1849E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424369" y="5199271"/>
            <a:ext cx="878305" cy="948089"/>
            <a:chOff x="7810901" y="2117558"/>
            <a:chExt cx="3992078" cy="3907857"/>
          </a:xfrm>
        </p:grpSpPr>
        <p:sp>
          <p:nvSpPr>
            <p:cNvPr id="44" name="Rounded Rectangle 106">
              <a:extLst>
                <a:ext uri="{FF2B5EF4-FFF2-40B4-BE49-F238E27FC236}">
                  <a16:creationId xmlns:a16="http://schemas.microsoft.com/office/drawing/2014/main" id="{750D40DD-7B60-B98D-C627-B6C2F5FAEE23}"/>
                </a:ext>
              </a:extLst>
            </p:cNvPr>
            <p:cNvSpPr/>
            <p:nvPr/>
          </p:nvSpPr>
          <p:spPr>
            <a:xfrm>
              <a:off x="7810901" y="2117558"/>
              <a:ext cx="3992078" cy="39078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A84DEEE-46D8-D218-19C8-20520393D7D4}"/>
                </a:ext>
              </a:extLst>
            </p:cNvPr>
            <p:cNvSpPr/>
            <p:nvPr/>
          </p:nvSpPr>
          <p:spPr>
            <a:xfrm>
              <a:off x="81953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F5FDF48-4B9A-13F8-FF02-D8CD0EB43823}"/>
                </a:ext>
              </a:extLst>
            </p:cNvPr>
            <p:cNvSpPr/>
            <p:nvPr/>
          </p:nvSpPr>
          <p:spPr>
            <a:xfrm>
              <a:off x="9080834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FA7468F-B9D9-7A67-5EAA-B90F873B6996}"/>
                </a:ext>
              </a:extLst>
            </p:cNvPr>
            <p:cNvSpPr/>
            <p:nvPr/>
          </p:nvSpPr>
          <p:spPr>
            <a:xfrm>
              <a:off x="99856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2739053-0C4A-C269-0A25-3E1E61D14C35}"/>
                </a:ext>
              </a:extLst>
            </p:cNvPr>
            <p:cNvCxnSpPr/>
            <p:nvPr/>
          </p:nvCxnSpPr>
          <p:spPr>
            <a:xfrm flipV="1">
              <a:off x="8195309" y="3874168"/>
              <a:ext cx="3391102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20E2149-D2E3-4EFA-C6D8-CE475FC25A4F}"/>
                </a:ext>
              </a:extLst>
            </p:cNvPr>
            <p:cNvSpPr/>
            <p:nvPr/>
          </p:nvSpPr>
          <p:spPr>
            <a:xfrm>
              <a:off x="8373978" y="4359651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FE3E376-5ACE-5EDE-6988-E9FEC815B858}"/>
                </a:ext>
              </a:extLst>
            </p:cNvPr>
            <p:cNvSpPr/>
            <p:nvPr/>
          </p:nvSpPr>
          <p:spPr>
            <a:xfrm>
              <a:off x="9468900" y="4359650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24373208-61DD-C114-DA30-363008CFEF7C}"/>
                </a:ext>
              </a:extLst>
            </p:cNvPr>
            <p:cNvSpPr/>
            <p:nvPr/>
          </p:nvSpPr>
          <p:spPr>
            <a:xfrm>
              <a:off x="8373979" y="5206062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8AE2A8-34F4-F7EB-A00C-A76EBA8C60AA}"/>
                </a:ext>
              </a:extLst>
            </p:cNvPr>
            <p:cNvSpPr/>
            <p:nvPr/>
          </p:nvSpPr>
          <p:spPr>
            <a:xfrm>
              <a:off x="9504393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C3B97C5-4B3D-2BED-2C06-64139FD22A7E}"/>
                </a:ext>
              </a:extLst>
            </p:cNvPr>
            <p:cNvSpPr/>
            <p:nvPr/>
          </p:nvSpPr>
          <p:spPr>
            <a:xfrm>
              <a:off x="10774587" y="2440029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EB054F66-3753-612C-27B2-E831CD9A94E0}"/>
                </a:ext>
              </a:extLst>
            </p:cNvPr>
            <p:cNvSpPr/>
            <p:nvPr/>
          </p:nvSpPr>
          <p:spPr>
            <a:xfrm>
              <a:off x="10611576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5650E90-4F55-E349-B9B9-4DCDAB52C08D}"/>
                </a:ext>
              </a:extLst>
            </p:cNvPr>
            <p:cNvSpPr/>
            <p:nvPr/>
          </p:nvSpPr>
          <p:spPr>
            <a:xfrm>
              <a:off x="10570051" y="4357949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DE0449C-BDD1-EC27-AF84-DFB1843FF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1891215" y="4442027"/>
            <a:ext cx="3996827" cy="656264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B3B032D-FC0D-FFB8-0794-3A81BBF74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44" idx="0"/>
          </p:cNvCxnSpPr>
          <p:nvPr/>
        </p:nvCxnSpPr>
        <p:spPr>
          <a:xfrm>
            <a:off x="5761513" y="4383268"/>
            <a:ext cx="2102009" cy="816003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3D74A39-01C2-A1A3-2F51-0D4689A98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endCxn id="3" idx="0"/>
          </p:cNvCxnSpPr>
          <p:nvPr/>
        </p:nvCxnSpPr>
        <p:spPr>
          <a:xfrm>
            <a:off x="5791737" y="4414652"/>
            <a:ext cx="535458" cy="768680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3737C8F-BE99-E483-FF78-910E74F13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4864696" y="4431569"/>
            <a:ext cx="970610" cy="737295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9EDA4B4-DE97-90FD-9030-D55D76F4F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3288781" y="4431400"/>
            <a:ext cx="2504763" cy="675759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F994D6A1-AA6B-498C-322A-BDEC0076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33463" y="3780290"/>
            <a:ext cx="878305" cy="66173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8091DCF5-9968-C9F9-A5FC-855CF7D29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474486" y="5122108"/>
            <a:ext cx="878305" cy="948089"/>
            <a:chOff x="7810901" y="2117558"/>
            <a:chExt cx="3992078" cy="3907857"/>
          </a:xfrm>
        </p:grpSpPr>
        <p:sp>
          <p:nvSpPr>
            <p:cNvPr id="63" name="Rounded Rectangle 5">
              <a:extLst>
                <a:ext uri="{FF2B5EF4-FFF2-40B4-BE49-F238E27FC236}">
                  <a16:creationId xmlns:a16="http://schemas.microsoft.com/office/drawing/2014/main" id="{6B703B6C-69C2-4CBE-4D13-E3C5F1663C54}"/>
                </a:ext>
              </a:extLst>
            </p:cNvPr>
            <p:cNvSpPr/>
            <p:nvPr/>
          </p:nvSpPr>
          <p:spPr>
            <a:xfrm>
              <a:off x="7810901" y="2117558"/>
              <a:ext cx="3992078" cy="39078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A0EE2D2-C4AD-E8F3-D9B0-698A671408FC}"/>
                </a:ext>
              </a:extLst>
            </p:cNvPr>
            <p:cNvSpPr/>
            <p:nvPr/>
          </p:nvSpPr>
          <p:spPr>
            <a:xfrm>
              <a:off x="81953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D3CA5731-E0A0-483A-875D-620C8496E56A}"/>
                </a:ext>
              </a:extLst>
            </p:cNvPr>
            <p:cNvSpPr/>
            <p:nvPr/>
          </p:nvSpPr>
          <p:spPr>
            <a:xfrm>
              <a:off x="9080834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E1400AC-1BF2-C1C7-D6BC-A93A60EEB03A}"/>
                </a:ext>
              </a:extLst>
            </p:cNvPr>
            <p:cNvSpPr/>
            <p:nvPr/>
          </p:nvSpPr>
          <p:spPr>
            <a:xfrm>
              <a:off x="99856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91CBE6D1-F939-CEBC-5D25-67CF73102183}"/>
                </a:ext>
              </a:extLst>
            </p:cNvPr>
            <p:cNvCxnSpPr/>
            <p:nvPr/>
          </p:nvCxnSpPr>
          <p:spPr>
            <a:xfrm flipV="1">
              <a:off x="8195309" y="3874168"/>
              <a:ext cx="3391102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63559DA-7290-4755-C01D-FB5E3D3FD8FD}"/>
                </a:ext>
              </a:extLst>
            </p:cNvPr>
            <p:cNvSpPr/>
            <p:nvPr/>
          </p:nvSpPr>
          <p:spPr>
            <a:xfrm>
              <a:off x="8373978" y="4359651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0D1C9806-F99C-874E-7861-35B5D98DE886}"/>
                </a:ext>
              </a:extLst>
            </p:cNvPr>
            <p:cNvSpPr/>
            <p:nvPr/>
          </p:nvSpPr>
          <p:spPr>
            <a:xfrm>
              <a:off x="9468900" y="4359650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43A54C64-7AC9-68FF-EA4A-5FAD07BC2C01}"/>
                </a:ext>
              </a:extLst>
            </p:cNvPr>
            <p:cNvSpPr/>
            <p:nvPr/>
          </p:nvSpPr>
          <p:spPr>
            <a:xfrm>
              <a:off x="8373979" y="5206062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C6059458-DB14-D01B-7C78-4248DC2BF4A1}"/>
                </a:ext>
              </a:extLst>
            </p:cNvPr>
            <p:cNvSpPr/>
            <p:nvPr/>
          </p:nvSpPr>
          <p:spPr>
            <a:xfrm>
              <a:off x="9504393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2D6D32E-F8E7-22CC-2BE3-25FD04EA8241}"/>
                </a:ext>
              </a:extLst>
            </p:cNvPr>
            <p:cNvSpPr/>
            <p:nvPr/>
          </p:nvSpPr>
          <p:spPr>
            <a:xfrm>
              <a:off x="10774587" y="2440029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FC02BF65-6DFF-978B-EDF6-429CDDAED7AE}"/>
                </a:ext>
              </a:extLst>
            </p:cNvPr>
            <p:cNvSpPr/>
            <p:nvPr/>
          </p:nvSpPr>
          <p:spPr>
            <a:xfrm>
              <a:off x="10611576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B4FFA426-9FCB-FC8B-817E-461ACE9ED2AE}"/>
                </a:ext>
              </a:extLst>
            </p:cNvPr>
            <p:cNvSpPr/>
            <p:nvPr/>
          </p:nvSpPr>
          <p:spPr>
            <a:xfrm>
              <a:off x="10570051" y="4357949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28C126E-2A7B-29E9-F11D-4193D2FB6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468272" y="5177551"/>
            <a:ext cx="878305" cy="948089"/>
            <a:chOff x="7810901" y="2117558"/>
            <a:chExt cx="3992078" cy="3907857"/>
          </a:xfrm>
        </p:grpSpPr>
        <p:sp>
          <p:nvSpPr>
            <p:cNvPr id="76" name="Rounded Rectangle 34">
              <a:extLst>
                <a:ext uri="{FF2B5EF4-FFF2-40B4-BE49-F238E27FC236}">
                  <a16:creationId xmlns:a16="http://schemas.microsoft.com/office/drawing/2014/main" id="{003772DD-3FBE-B0E3-5076-74E4E9DC65CA}"/>
                </a:ext>
              </a:extLst>
            </p:cNvPr>
            <p:cNvSpPr/>
            <p:nvPr/>
          </p:nvSpPr>
          <p:spPr>
            <a:xfrm>
              <a:off x="7810901" y="2117558"/>
              <a:ext cx="3992078" cy="39078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57CFE25A-D5E9-AA9A-BA0F-0BFC0A068FFD}"/>
                </a:ext>
              </a:extLst>
            </p:cNvPr>
            <p:cNvSpPr/>
            <p:nvPr/>
          </p:nvSpPr>
          <p:spPr>
            <a:xfrm>
              <a:off x="81953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1F5A036-DDE6-8B5C-3D71-666E55557A86}"/>
                </a:ext>
              </a:extLst>
            </p:cNvPr>
            <p:cNvSpPr/>
            <p:nvPr/>
          </p:nvSpPr>
          <p:spPr>
            <a:xfrm>
              <a:off x="9080834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F4748576-2241-8468-FDBB-237CCFB46CF3}"/>
                </a:ext>
              </a:extLst>
            </p:cNvPr>
            <p:cNvSpPr/>
            <p:nvPr/>
          </p:nvSpPr>
          <p:spPr>
            <a:xfrm>
              <a:off x="99856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C3FCC60B-D16B-6263-16BF-5FC20D492476}"/>
                </a:ext>
              </a:extLst>
            </p:cNvPr>
            <p:cNvCxnSpPr/>
            <p:nvPr/>
          </p:nvCxnSpPr>
          <p:spPr>
            <a:xfrm flipV="1">
              <a:off x="8195309" y="3874168"/>
              <a:ext cx="3391102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DF99BD84-013A-5518-B7F4-C38731CE10F6}"/>
                </a:ext>
              </a:extLst>
            </p:cNvPr>
            <p:cNvSpPr/>
            <p:nvPr/>
          </p:nvSpPr>
          <p:spPr>
            <a:xfrm>
              <a:off x="8373978" y="4359651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4581C8E0-22B3-B739-2047-751D66BB10DA}"/>
                </a:ext>
              </a:extLst>
            </p:cNvPr>
            <p:cNvSpPr/>
            <p:nvPr/>
          </p:nvSpPr>
          <p:spPr>
            <a:xfrm>
              <a:off x="9468900" y="4359650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74242B27-C7F5-C0E5-445D-A438E0AC566F}"/>
                </a:ext>
              </a:extLst>
            </p:cNvPr>
            <p:cNvSpPr/>
            <p:nvPr/>
          </p:nvSpPr>
          <p:spPr>
            <a:xfrm>
              <a:off x="8373979" y="5206062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282CFE5-332D-9E0B-2ED3-B89D783C6DBA}"/>
                </a:ext>
              </a:extLst>
            </p:cNvPr>
            <p:cNvSpPr/>
            <p:nvPr/>
          </p:nvSpPr>
          <p:spPr>
            <a:xfrm>
              <a:off x="9504393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5F016842-5E3B-FD63-4700-FE19E1958291}"/>
                </a:ext>
              </a:extLst>
            </p:cNvPr>
            <p:cNvSpPr/>
            <p:nvPr/>
          </p:nvSpPr>
          <p:spPr>
            <a:xfrm>
              <a:off x="10774587" y="2440029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551A2049-505B-09A0-0144-8C3DA8BACBB5}"/>
                </a:ext>
              </a:extLst>
            </p:cNvPr>
            <p:cNvSpPr/>
            <p:nvPr/>
          </p:nvSpPr>
          <p:spPr>
            <a:xfrm>
              <a:off x="10611576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A68B8645-8FD5-6E2C-2034-29F94EEBA967}"/>
                </a:ext>
              </a:extLst>
            </p:cNvPr>
            <p:cNvSpPr/>
            <p:nvPr/>
          </p:nvSpPr>
          <p:spPr>
            <a:xfrm>
              <a:off x="10570051" y="4357949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AE9736A3-70AB-509E-D227-CC400CD89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892357" y="5115846"/>
            <a:ext cx="878305" cy="948089"/>
            <a:chOff x="7810901" y="2117558"/>
            <a:chExt cx="3992078" cy="3907857"/>
          </a:xfrm>
        </p:grpSpPr>
        <p:sp>
          <p:nvSpPr>
            <p:cNvPr id="89" name="Rounded Rectangle 54">
              <a:extLst>
                <a:ext uri="{FF2B5EF4-FFF2-40B4-BE49-F238E27FC236}">
                  <a16:creationId xmlns:a16="http://schemas.microsoft.com/office/drawing/2014/main" id="{6C3ADE7E-1BFE-6607-E810-4E04AD45158A}"/>
                </a:ext>
              </a:extLst>
            </p:cNvPr>
            <p:cNvSpPr/>
            <p:nvPr/>
          </p:nvSpPr>
          <p:spPr>
            <a:xfrm>
              <a:off x="7810901" y="2117558"/>
              <a:ext cx="3992078" cy="3907857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0C89182-5BEA-43A5-BE22-23EFA61A915C}"/>
                </a:ext>
              </a:extLst>
            </p:cNvPr>
            <p:cNvSpPr/>
            <p:nvPr/>
          </p:nvSpPr>
          <p:spPr>
            <a:xfrm>
              <a:off x="81953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A2BAFFC-5566-E0FB-445E-53B44E11AAE2}"/>
                </a:ext>
              </a:extLst>
            </p:cNvPr>
            <p:cNvSpPr/>
            <p:nvPr/>
          </p:nvSpPr>
          <p:spPr>
            <a:xfrm>
              <a:off x="9080834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262928E3-6B44-C5A9-C496-8FAE0C2CDCBD}"/>
                </a:ext>
              </a:extLst>
            </p:cNvPr>
            <p:cNvSpPr/>
            <p:nvPr/>
          </p:nvSpPr>
          <p:spPr>
            <a:xfrm>
              <a:off x="9985609" y="2442410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6001C592-811A-75D4-88B6-441D2C12A8A9}"/>
                </a:ext>
              </a:extLst>
            </p:cNvPr>
            <p:cNvCxnSpPr/>
            <p:nvPr/>
          </p:nvCxnSpPr>
          <p:spPr>
            <a:xfrm flipV="1">
              <a:off x="8195309" y="3874168"/>
              <a:ext cx="3391102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2F9230C-56E0-32F4-130B-E4DB056AE5B7}"/>
                </a:ext>
              </a:extLst>
            </p:cNvPr>
            <p:cNvSpPr/>
            <p:nvPr/>
          </p:nvSpPr>
          <p:spPr>
            <a:xfrm>
              <a:off x="8373978" y="4359651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E222A879-27E9-F09C-F579-FF0316462DFA}"/>
                </a:ext>
              </a:extLst>
            </p:cNvPr>
            <p:cNvSpPr/>
            <p:nvPr/>
          </p:nvSpPr>
          <p:spPr>
            <a:xfrm>
              <a:off x="9468900" y="4359650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FCD687D-B9EE-8362-661B-48EFB976D153}"/>
                </a:ext>
              </a:extLst>
            </p:cNvPr>
            <p:cNvSpPr/>
            <p:nvPr/>
          </p:nvSpPr>
          <p:spPr>
            <a:xfrm>
              <a:off x="8373979" y="5206062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B1DCDF6-D9BB-9747-F2AE-5DA4F570DBDB}"/>
                </a:ext>
              </a:extLst>
            </p:cNvPr>
            <p:cNvSpPr/>
            <p:nvPr/>
          </p:nvSpPr>
          <p:spPr>
            <a:xfrm>
              <a:off x="9504393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AECDD488-6F96-4EA2-A321-446E7E9B41C2}"/>
                </a:ext>
              </a:extLst>
            </p:cNvPr>
            <p:cNvSpPr/>
            <p:nvPr/>
          </p:nvSpPr>
          <p:spPr>
            <a:xfrm>
              <a:off x="10774587" y="2440029"/>
              <a:ext cx="673769" cy="697831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E7872F49-5991-B7B2-F4F9-266ED1B4C4B2}"/>
                </a:ext>
              </a:extLst>
            </p:cNvPr>
            <p:cNvSpPr/>
            <p:nvPr/>
          </p:nvSpPr>
          <p:spPr>
            <a:xfrm>
              <a:off x="10611576" y="5194934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7953AB69-BD19-5C9F-8FE3-D2BB427F7E6D}"/>
                </a:ext>
              </a:extLst>
            </p:cNvPr>
            <p:cNvSpPr/>
            <p:nvPr/>
          </p:nvSpPr>
          <p:spPr>
            <a:xfrm>
              <a:off x="10570051" y="4357949"/>
              <a:ext cx="878305" cy="66173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61FC9C5A-C3CC-2A4F-FADE-9BE4FA66C3F0}"/>
              </a:ext>
            </a:extLst>
          </p:cNvPr>
          <p:cNvSpPr txBox="1"/>
          <p:nvPr/>
        </p:nvSpPr>
        <p:spPr>
          <a:xfrm>
            <a:off x="6468604" y="3656305"/>
            <a:ext cx="761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YOUR</a:t>
            </a:r>
          </a:p>
          <a:p>
            <a:pPr algn="ctr"/>
            <a:r>
              <a:rPr lang="en-US" b="1" dirty="0">
                <a:solidFill>
                  <a:schemeClr val="bg1"/>
                </a:solidFill>
              </a:rPr>
              <a:t>CODE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2D58624B-702F-839A-7AB7-4D2F00A0D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29887" y="4461989"/>
            <a:ext cx="3436033" cy="792903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A959224-2A2C-90DB-C2B8-F5A7C8F1B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929887" y="4433340"/>
            <a:ext cx="4783603" cy="757720"/>
          </a:xfrm>
          <a:prstGeom prst="straightConnector1">
            <a:avLst/>
          </a:prstGeom>
          <a:ln w="57150" cap="flat" cmpd="sng" algn="ctr">
            <a:solidFill>
              <a:srgbClr val="002060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87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Object Interface &amp; Classes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1582400" cy="5079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What do I need to know in order to drive this car? 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The car’s </a:t>
            </a:r>
            <a:r>
              <a:rPr lang="en-US" sz="2800" b="1" dirty="0">
                <a:solidFill>
                  <a:schemeClr val="bg1"/>
                </a:solidFill>
              </a:rPr>
              <a:t>user interface</a:t>
            </a:r>
            <a:r>
              <a:rPr lang="en-US" sz="2800" dirty="0">
                <a:solidFill>
                  <a:schemeClr val="bg1"/>
                </a:solidFill>
              </a:rPr>
              <a:t>!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(steering wheel, gear shift,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gas pedal, brake, ignition, mirrors)</a:t>
            </a:r>
          </a:p>
          <a:p>
            <a:pPr marL="0" indent="0">
              <a:buNone/>
            </a:pPr>
            <a:endParaRPr lang="en-US" altLang="en-US" sz="2800" dirty="0">
              <a:solidFill>
                <a:schemeClr val="bg1"/>
              </a:solidFill>
            </a:endParaRPr>
          </a:p>
          <a:p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C4E464-D7DA-1796-B423-5190C3647B44}"/>
              </a:ext>
            </a:extLst>
          </p:cNvPr>
          <p:cNvSpPr txBox="1"/>
          <p:nvPr/>
        </p:nvSpPr>
        <p:spPr>
          <a:xfrm>
            <a:off x="267926" y="4608190"/>
            <a:ext cx="5972250" cy="181588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Programmers should separate an </a:t>
            </a:r>
            <a:r>
              <a:rPr lang="en-US" sz="2800" b="1" dirty="0">
                <a:solidFill>
                  <a:srgbClr val="0070C0"/>
                </a:solidFill>
              </a:rPr>
              <a:t>object’s interface </a:t>
            </a:r>
            <a:r>
              <a:rPr lang="en-US" sz="2800" dirty="0"/>
              <a:t>from its implementation.  The user of an object only needs to know the interface.</a:t>
            </a:r>
          </a:p>
        </p:txBody>
      </p:sp>
      <p:pic>
        <p:nvPicPr>
          <p:cNvPr id="5" name="Picture 4" descr="april car">
            <a:hlinkClick r:id="rId3"/>
            <a:extLst>
              <a:ext uri="{FF2B5EF4-FFF2-40B4-BE49-F238E27FC236}">
                <a16:creationId xmlns:a16="http://schemas.microsoft.com/office/drawing/2014/main" id="{73125769-ECDD-1DEC-FFDA-C4C96836CB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47157"/>
            <a:ext cx="5683245" cy="37749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3D1F35-54DA-7ABA-5987-477EDEB4A7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/>
              <p14:nvPr/>
            </p14:nvContentPartPr>
            <p14:xfrm>
              <a:off x="7948293" y="384415"/>
              <a:ext cx="3924720" cy="3729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3D1F35-54DA-7ABA-5987-477EDEB4A7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930293" y="366413"/>
                <a:ext cx="3960360" cy="376560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5783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B8FF-D2F7-38D0-20EA-3F5029F7AC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DD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Class Syntax</a:t>
            </a:r>
          </a:p>
        </p:txBody>
      </p:sp>
    </p:spTree>
    <p:extLst>
      <p:ext uri="{BB962C8B-B14F-4D97-AF65-F5344CB8AC3E}">
        <p14:creationId xmlns:p14="http://schemas.microsoft.com/office/powerpoint/2010/main" val="357896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Class Declaration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1582400" cy="5079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-US" sz="3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ClassName</a:t>
            </a:r>
            <a:b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//class members go here</a:t>
            </a:r>
          </a:p>
          <a:p>
            <a:pPr marL="201168" lvl="1" indent="0">
              <a:buNone/>
            </a:pPr>
            <a:r>
              <a:rPr lang="en-US" sz="3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//which include attributes &amp;</a:t>
            </a:r>
          </a:p>
          <a:p>
            <a:pPr marL="201168" lvl="1" indent="0">
              <a:buNone/>
            </a:pPr>
            <a:r>
              <a:rPr lang="en-US" sz="34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//member functions</a:t>
            </a:r>
          </a:p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  <a:p>
            <a:pPr marL="0" indent="0"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978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Defining the Book Class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328B9-A1B0-5648-A3C4-7911D44C6D27}"/>
              </a:ext>
            </a:extLst>
          </p:cNvPr>
          <p:cNvSpPr txBox="1"/>
          <p:nvPr/>
        </p:nvSpPr>
        <p:spPr>
          <a:xfrm>
            <a:off x="381000" y="1426029"/>
            <a:ext cx="7315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Book</a:t>
            </a:r>
            <a:b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//attributes</a:t>
            </a:r>
          </a:p>
          <a:p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string title;</a:t>
            </a:r>
          </a:p>
          <a:p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price;</a:t>
            </a:r>
          </a:p>
          <a:p>
            <a:r>
              <a:rPr lang="en-US" sz="2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//member functions</a:t>
            </a:r>
          </a:p>
          <a:p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5" name="Rectangular Callout 1">
            <a:extLst>
              <a:ext uri="{FF2B5EF4-FFF2-40B4-BE49-F238E27FC236}">
                <a16:creationId xmlns:a16="http://schemas.microsoft.com/office/drawing/2014/main" id="{6A29759A-2FB4-67D3-EC56-6FB2D20E4C78}"/>
              </a:ext>
            </a:extLst>
          </p:cNvPr>
          <p:cNvSpPr/>
          <p:nvPr/>
        </p:nvSpPr>
        <p:spPr>
          <a:xfrm>
            <a:off x="8534400" y="2743200"/>
            <a:ext cx="2906907" cy="3050557"/>
          </a:xfrm>
          <a:prstGeom prst="wedgeRectCallout">
            <a:avLst>
              <a:gd name="adj1" fmla="val -110699"/>
              <a:gd name="adj2" fmla="val 475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Notice the member functions inside the class definition are function prototypes (not function definitions).</a:t>
            </a:r>
          </a:p>
        </p:txBody>
      </p:sp>
    </p:spTree>
    <p:extLst>
      <p:ext uri="{BB962C8B-B14F-4D97-AF65-F5344CB8AC3E}">
        <p14:creationId xmlns:p14="http://schemas.microsoft.com/office/powerpoint/2010/main" val="2917038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Create an Object (Instance) of the Book Class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328B9-A1B0-5648-A3C4-7911D44C6D27}"/>
              </a:ext>
            </a:extLst>
          </p:cNvPr>
          <p:cNvSpPr txBox="1"/>
          <p:nvPr/>
        </p:nvSpPr>
        <p:spPr>
          <a:xfrm>
            <a:off x="381000" y="1426029"/>
            <a:ext cx="685800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Book</a:t>
            </a:r>
            <a:b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7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//attributes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string title;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price;</a:t>
            </a:r>
          </a:p>
          <a:p>
            <a:r>
              <a:rPr lang="en-US" sz="2400" b="1" dirty="0">
                <a:solidFill>
                  <a:srgbClr val="007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//member functions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D93013-00B3-B53A-60CC-416FAB39C6E0}"/>
              </a:ext>
            </a:extLst>
          </p:cNvPr>
          <p:cNvSpPr txBox="1"/>
          <p:nvPr/>
        </p:nvSpPr>
        <p:spPr>
          <a:xfrm>
            <a:off x="4800600" y="1587246"/>
            <a:ext cx="7162800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Book </a:t>
            </a:r>
            <a:r>
              <a:rPr lang="en-US" sz="2800" b="1" dirty="0" err="1">
                <a:solidFill>
                  <a:schemeClr val="bg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myFavBook</a:t>
            </a:r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myFavBook.setNumPages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(156);</a:t>
            </a:r>
          </a:p>
        </p:txBody>
      </p:sp>
      <p:sp>
        <p:nvSpPr>
          <p:cNvPr id="3" name="Rectangular Callout 1">
            <a:extLst>
              <a:ext uri="{FF2B5EF4-FFF2-40B4-BE49-F238E27FC236}">
                <a16:creationId xmlns:a16="http://schemas.microsoft.com/office/drawing/2014/main" id="{828F14D5-0EBB-D154-53D6-3A58BA3E6805}"/>
              </a:ext>
            </a:extLst>
          </p:cNvPr>
          <p:cNvSpPr/>
          <p:nvPr/>
        </p:nvSpPr>
        <p:spPr>
          <a:xfrm>
            <a:off x="8143081" y="3962400"/>
            <a:ext cx="2906907" cy="1009210"/>
          </a:xfrm>
          <a:prstGeom prst="wedgeRectCallout">
            <a:avLst>
              <a:gd name="adj1" fmla="val -51959"/>
              <a:gd name="adj2" fmla="val -11649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This is called the dot operator.</a:t>
            </a:r>
          </a:p>
        </p:txBody>
      </p:sp>
    </p:spTree>
    <p:extLst>
      <p:ext uri="{BB962C8B-B14F-4D97-AF65-F5344CB8AC3E}">
        <p14:creationId xmlns:p14="http://schemas.microsoft.com/office/powerpoint/2010/main" val="3527711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Private &amp; Public Access Specifiers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328B9-A1B0-5648-A3C4-7911D44C6D27}"/>
              </a:ext>
            </a:extLst>
          </p:cNvPr>
          <p:cNvSpPr txBox="1"/>
          <p:nvPr/>
        </p:nvSpPr>
        <p:spPr>
          <a:xfrm>
            <a:off x="381000" y="1600200"/>
            <a:ext cx="685800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Book</a:t>
            </a:r>
            <a:b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7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//attributes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string title;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price;</a:t>
            </a:r>
          </a:p>
          <a:p>
            <a:r>
              <a:rPr lang="en-US" sz="2400" b="1" dirty="0">
                <a:solidFill>
                  <a:srgbClr val="007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//member functions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4" name="Rectangular Callout 1">
            <a:extLst>
              <a:ext uri="{FF2B5EF4-FFF2-40B4-BE49-F238E27FC236}">
                <a16:creationId xmlns:a16="http://schemas.microsoft.com/office/drawing/2014/main" id="{007DAFBF-2559-A0E8-6724-50FF66739F56}"/>
              </a:ext>
            </a:extLst>
          </p:cNvPr>
          <p:cNvSpPr/>
          <p:nvPr/>
        </p:nvSpPr>
        <p:spPr>
          <a:xfrm>
            <a:off x="5715001" y="1600200"/>
            <a:ext cx="6248400" cy="2209799"/>
          </a:xfrm>
          <a:prstGeom prst="wedgeRectCallout">
            <a:avLst>
              <a:gd name="adj1" fmla="val -104128"/>
              <a:gd name="adj2" fmla="val 93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This is the “</a:t>
            </a: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private</a:t>
            </a:r>
            <a:r>
              <a:rPr lang="en-US" sz="2400" dirty="0">
                <a:solidFill>
                  <a:schemeClr val="bg1"/>
                </a:solidFill>
              </a:rPr>
              <a:t>” access specifier which allows the programmer to </a:t>
            </a:r>
            <a:r>
              <a:rPr lang="en-US" sz="2400" dirty="0">
                <a:solidFill>
                  <a:schemeClr val="bg1"/>
                </a:solidFill>
                <a:highlight>
                  <a:srgbClr val="FF00FF"/>
                </a:highlight>
              </a:rPr>
              <a:t>DISALLOW</a:t>
            </a:r>
            <a:r>
              <a:rPr lang="en-US" sz="2400" dirty="0">
                <a:solidFill>
                  <a:schemeClr val="bg1"/>
                </a:solidFill>
              </a:rPr>
              <a:t> direct access to all members declared after this specifier. All attributes should typically be private.</a:t>
            </a:r>
          </a:p>
        </p:txBody>
      </p:sp>
      <p:sp>
        <p:nvSpPr>
          <p:cNvPr id="5" name="Rectangular Callout 1">
            <a:extLst>
              <a:ext uri="{FF2B5EF4-FFF2-40B4-BE49-F238E27FC236}">
                <a16:creationId xmlns:a16="http://schemas.microsoft.com/office/drawing/2014/main" id="{D63AB0A8-5D44-1F3D-9700-611E0634EE40}"/>
              </a:ext>
            </a:extLst>
          </p:cNvPr>
          <p:cNvSpPr/>
          <p:nvPr/>
        </p:nvSpPr>
        <p:spPr>
          <a:xfrm>
            <a:off x="5715001" y="4114801"/>
            <a:ext cx="6248400" cy="1752600"/>
          </a:xfrm>
          <a:prstGeom prst="wedgeRectCallout">
            <a:avLst>
              <a:gd name="adj1" fmla="val -106667"/>
              <a:gd name="adj2" fmla="val -1138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This is the “</a:t>
            </a: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public</a:t>
            </a:r>
            <a:r>
              <a:rPr lang="en-US" sz="2400" dirty="0">
                <a:solidFill>
                  <a:schemeClr val="bg1"/>
                </a:solidFill>
              </a:rPr>
              <a:t>” access specifier which allows the programmer to </a:t>
            </a:r>
            <a:r>
              <a:rPr lang="en-US" sz="2400" dirty="0">
                <a:solidFill>
                  <a:schemeClr val="bg1"/>
                </a:solidFill>
                <a:highlight>
                  <a:srgbClr val="FF00FF"/>
                </a:highlight>
              </a:rPr>
              <a:t>ALLOW</a:t>
            </a:r>
            <a:r>
              <a:rPr lang="en-US" sz="2400" dirty="0">
                <a:solidFill>
                  <a:schemeClr val="bg1"/>
                </a:solidFill>
              </a:rPr>
              <a:t> direct access to all members declared after this specifier. </a:t>
            </a:r>
          </a:p>
        </p:txBody>
      </p:sp>
    </p:spTree>
    <p:extLst>
      <p:ext uri="{BB962C8B-B14F-4D97-AF65-F5344CB8AC3E}">
        <p14:creationId xmlns:p14="http://schemas.microsoft.com/office/powerpoint/2010/main" val="4170637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More about Access Specifiers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5079374"/>
          </a:xfrm>
        </p:spPr>
        <p:txBody>
          <a:bodyPr>
            <a:normAutofit/>
          </a:bodyPr>
          <a:lstStyle/>
          <a:p>
            <a:pPr marL="460375" indent="-460375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</a:rPr>
              <a:t>Access specifiers can be listed in any order in a class.</a:t>
            </a:r>
          </a:p>
          <a:p>
            <a:pPr marL="460375" indent="-460375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</a:rPr>
              <a:t>They can appear multiple times in a class</a:t>
            </a:r>
          </a:p>
          <a:p>
            <a:pPr marL="460375" indent="-460375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</a:rPr>
              <a:t>If not specified, the default is private.</a:t>
            </a:r>
          </a:p>
          <a:p>
            <a:endParaRPr lang="en-US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0692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Class Member Function Definition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328B9-A1B0-5648-A3C4-7911D44C6D27}"/>
              </a:ext>
            </a:extLst>
          </p:cNvPr>
          <p:cNvSpPr txBox="1"/>
          <p:nvPr/>
        </p:nvSpPr>
        <p:spPr>
          <a:xfrm>
            <a:off x="152400" y="2209800"/>
            <a:ext cx="579120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Book</a:t>
            </a:r>
            <a:b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7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//attributes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string title;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price;</a:t>
            </a:r>
          </a:p>
          <a:p>
            <a:r>
              <a:rPr lang="en-US" sz="2400" b="1" dirty="0">
                <a:solidFill>
                  <a:srgbClr val="007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//member functions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5BDBA-466E-C467-5160-581DF878A64D}"/>
              </a:ext>
            </a:extLst>
          </p:cNvPr>
          <p:cNvSpPr txBox="1"/>
          <p:nvPr/>
        </p:nvSpPr>
        <p:spPr>
          <a:xfrm>
            <a:off x="4800600" y="3654791"/>
            <a:ext cx="7162800" cy="18158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Book::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num)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num;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Rectangular Callout 1">
            <a:extLst>
              <a:ext uri="{FF2B5EF4-FFF2-40B4-BE49-F238E27FC236}">
                <a16:creationId xmlns:a16="http://schemas.microsoft.com/office/drawing/2014/main" id="{4640DB90-971D-6E76-6345-B3E5F67B6C52}"/>
              </a:ext>
            </a:extLst>
          </p:cNvPr>
          <p:cNvSpPr/>
          <p:nvPr/>
        </p:nvSpPr>
        <p:spPr>
          <a:xfrm>
            <a:off x="6344039" y="1526809"/>
            <a:ext cx="5181600" cy="1676400"/>
          </a:xfrm>
          <a:prstGeom prst="wedgeRectCallout">
            <a:avLst>
              <a:gd name="adj1" fmla="val -36431"/>
              <a:gd name="adj2" fmla="val 847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bg1"/>
                </a:solidFill>
              </a:rPr>
              <a:t>The </a:t>
            </a:r>
            <a:r>
              <a:rPr lang="en-US" sz="2400" b="1" dirty="0">
                <a:solidFill>
                  <a:schemeClr val="bg1"/>
                </a:solidFill>
                <a:highlight>
                  <a:srgbClr val="FFFF00"/>
                </a:highlight>
              </a:rPr>
              <a:t>scope resolution operator :: </a:t>
            </a:r>
            <a:r>
              <a:rPr lang="en-US" sz="2400" dirty="0">
                <a:solidFill>
                  <a:schemeClr val="bg1"/>
                </a:solidFill>
              </a:rPr>
              <a:t>informs the compiler that this function is a member function of the Book class.</a:t>
            </a:r>
          </a:p>
        </p:txBody>
      </p:sp>
    </p:spTree>
    <p:extLst>
      <p:ext uri="{BB962C8B-B14F-4D97-AF65-F5344CB8AC3E}">
        <p14:creationId xmlns:p14="http://schemas.microsoft.com/office/powerpoint/2010/main" val="7932032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Class Member Function Definition: </a:t>
            </a:r>
            <a:r>
              <a:rPr lang="en-US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const</a:t>
            </a:r>
            <a:endParaRPr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0328B9-A1B0-5648-A3C4-7911D44C6D27}"/>
              </a:ext>
            </a:extLst>
          </p:cNvPr>
          <p:cNvSpPr txBox="1"/>
          <p:nvPr/>
        </p:nvSpPr>
        <p:spPr>
          <a:xfrm>
            <a:off x="152400" y="2209800"/>
            <a:ext cx="5791200" cy="45243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Book</a:t>
            </a:r>
            <a:b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2400" b="1" dirty="0">
                <a:solidFill>
                  <a:srgbClr val="007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//attributes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private: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string title;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price;</a:t>
            </a:r>
          </a:p>
          <a:p>
            <a:r>
              <a:rPr lang="en-US" sz="2400" b="1" dirty="0">
                <a:solidFill>
                  <a:srgbClr val="007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//member functions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getNumPages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	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C5BDBA-466E-C467-5160-581DF878A64D}"/>
              </a:ext>
            </a:extLst>
          </p:cNvPr>
          <p:cNvSpPr txBox="1"/>
          <p:nvPr/>
        </p:nvSpPr>
        <p:spPr>
          <a:xfrm>
            <a:off x="4800600" y="3670645"/>
            <a:ext cx="7162800" cy="181588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Book::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return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Rectangular Callout 1">
            <a:extLst>
              <a:ext uri="{FF2B5EF4-FFF2-40B4-BE49-F238E27FC236}">
                <a16:creationId xmlns:a16="http://schemas.microsoft.com/office/drawing/2014/main" id="{4640DB90-971D-6E76-6345-B3E5F67B6C52}"/>
              </a:ext>
            </a:extLst>
          </p:cNvPr>
          <p:cNvSpPr/>
          <p:nvPr/>
        </p:nvSpPr>
        <p:spPr>
          <a:xfrm>
            <a:off x="6344038" y="1526809"/>
            <a:ext cx="5619361" cy="1676400"/>
          </a:xfrm>
          <a:prstGeom prst="wedgeRectCallout">
            <a:avLst>
              <a:gd name="adj1" fmla="val 23173"/>
              <a:gd name="adj2" fmla="val 847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const</a:t>
            </a:r>
            <a:r>
              <a:rPr lang="en-US" sz="2800" dirty="0">
                <a:solidFill>
                  <a:schemeClr val="bg1"/>
                </a:solidFill>
              </a:rPr>
              <a:t> informs the compiler that this function will not be modifying the value of any attributes.</a:t>
            </a:r>
          </a:p>
        </p:txBody>
      </p:sp>
    </p:spTree>
    <p:extLst>
      <p:ext uri="{BB962C8B-B14F-4D97-AF65-F5344CB8AC3E}">
        <p14:creationId xmlns:p14="http://schemas.microsoft.com/office/powerpoint/2010/main" val="2693524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64"/>
            <a:ext cx="12192000" cy="796762"/>
          </a:xfrm>
          <a:solidFill>
            <a:srgbClr val="FFDD00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Module 11 In-Class Practice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3500"/>
            <a:ext cx="5374400" cy="4876800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457200" indent="-457200"/>
            <a:r>
              <a:rPr lang="en-US" sz="2800" dirty="0">
                <a:solidFill>
                  <a:schemeClr val="bg1"/>
                </a:solidFill>
              </a:rPr>
              <a:t>Create a class called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IceCream</a:t>
            </a:r>
            <a:r>
              <a:rPr lang="en-US" sz="2800" dirty="0">
                <a:solidFill>
                  <a:schemeClr val="bg1"/>
                </a:solidFill>
              </a:rPr>
              <a:t> in a header file named </a:t>
            </a:r>
            <a:r>
              <a:rPr lang="en-US" sz="2800" b="1" dirty="0" err="1">
                <a:solidFill>
                  <a:srgbClr val="FF0000"/>
                </a:solidFill>
              </a:rPr>
              <a:t>IceCream.h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 marL="457200" indent="-457200"/>
            <a:r>
              <a:rPr lang="en-US" sz="2800" dirty="0">
                <a:solidFill>
                  <a:schemeClr val="bg1"/>
                </a:solidFill>
              </a:rPr>
              <a:t>The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IceCream</a:t>
            </a:r>
            <a:r>
              <a:rPr lang="en-US" sz="2800" dirty="0">
                <a:solidFill>
                  <a:schemeClr val="bg1"/>
                </a:solidFill>
              </a:rPr>
              <a:t> class should have four private variables.  Three are strings – </a:t>
            </a:r>
            <a:r>
              <a:rPr lang="en-US" sz="2800" b="1" dirty="0">
                <a:solidFill>
                  <a:schemeClr val="bg1"/>
                </a:solidFill>
              </a:rPr>
              <a:t>cone</a:t>
            </a:r>
            <a:r>
              <a:rPr lang="en-US" sz="2800" dirty="0">
                <a:solidFill>
                  <a:schemeClr val="bg1"/>
                </a:solidFill>
              </a:rPr>
              <a:t>, </a:t>
            </a:r>
            <a:r>
              <a:rPr lang="en-US" sz="2800" b="1" dirty="0">
                <a:solidFill>
                  <a:schemeClr val="bg1"/>
                </a:solidFill>
              </a:rPr>
              <a:t>flavor</a:t>
            </a:r>
            <a:r>
              <a:rPr lang="en-US" sz="2800" dirty="0">
                <a:solidFill>
                  <a:schemeClr val="bg1"/>
                </a:solidFill>
              </a:rPr>
              <a:t> &amp; </a:t>
            </a:r>
            <a:r>
              <a:rPr lang="en-US" sz="2800" b="1" dirty="0">
                <a:solidFill>
                  <a:schemeClr val="bg1"/>
                </a:solidFill>
              </a:rPr>
              <a:t>topping</a:t>
            </a:r>
            <a:r>
              <a:rPr lang="en-US" sz="2800" dirty="0">
                <a:solidFill>
                  <a:schemeClr val="bg1"/>
                </a:solidFill>
              </a:rPr>
              <a:t>.  One is a double and will hold the price.</a:t>
            </a:r>
          </a:p>
          <a:p>
            <a:pPr marL="401638" indent="-401638"/>
            <a:r>
              <a:rPr lang="en-US" sz="2800" dirty="0">
                <a:solidFill>
                  <a:schemeClr val="bg1"/>
                </a:solidFill>
              </a:rPr>
              <a:t>(Don’t forget include guards)</a:t>
            </a:r>
          </a:p>
        </p:txBody>
      </p:sp>
      <p:pic>
        <p:nvPicPr>
          <p:cNvPr id="6" name="Picture 5" descr="ice cream">
            <a:extLst>
              <a:ext uri="{FF2B5EF4-FFF2-40B4-BE49-F238E27FC236}">
                <a16:creationId xmlns:a16="http://schemas.microsoft.com/office/drawing/2014/main" id="{43BF6011-4ACF-A1C3-BA9C-B77DC47885C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600" y="1333500"/>
            <a:ext cx="6503276" cy="487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407648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B8FF-D2F7-38D0-20EA-3F5029F7AC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DD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Class Member Functions:</a:t>
            </a:r>
            <a:b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</a:br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Mutators, Accessors, &amp; </a:t>
            </a:r>
            <a:b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</a:br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Private Helpers</a:t>
            </a:r>
          </a:p>
        </p:txBody>
      </p:sp>
    </p:spTree>
    <p:extLst>
      <p:ext uri="{BB962C8B-B14F-4D97-AF65-F5344CB8AC3E}">
        <p14:creationId xmlns:p14="http://schemas.microsoft.com/office/powerpoint/2010/main" val="3901538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Mutator/Setter Functions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5632B4-2BF9-E33D-2940-CFEA664A44F4}"/>
              </a:ext>
            </a:extLst>
          </p:cNvPr>
          <p:cNvSpPr txBox="1"/>
          <p:nvPr/>
        </p:nvSpPr>
        <p:spPr>
          <a:xfrm>
            <a:off x="381000" y="1676400"/>
            <a:ext cx="6087979" cy="206210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 </a:t>
            </a:r>
            <a:r>
              <a:rPr lang="en-US" sz="3200" b="1" dirty="0">
                <a:solidFill>
                  <a:srgbClr val="0000FF"/>
                </a:solidFill>
              </a:rPr>
              <a:t>mutator</a:t>
            </a:r>
            <a:r>
              <a:rPr lang="en-US" sz="3200" dirty="0">
                <a:solidFill>
                  <a:schemeClr val="bg1"/>
                </a:solidFill>
              </a:rPr>
              <a:t> function is a class member function that changes or mutates member data. Also called </a:t>
            </a:r>
            <a:r>
              <a:rPr lang="en-US" sz="3200" b="1" dirty="0">
                <a:solidFill>
                  <a:srgbClr val="0000FF"/>
                </a:solidFill>
              </a:rPr>
              <a:t>setter</a:t>
            </a:r>
            <a:r>
              <a:rPr lang="en-US" sz="3200" dirty="0">
                <a:solidFill>
                  <a:schemeClr val="bg1"/>
                </a:solidFill>
              </a:rPr>
              <a:t> function.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9AA78-03E0-2804-9788-FD268D9B4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038600"/>
            <a:ext cx="8831179" cy="292120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Book::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4" name="Picture 2" descr="Getters &amp; Setters Accessors &amp; Mutators">
            <a:extLst>
              <a:ext uri="{FF2B5EF4-FFF2-40B4-BE49-F238E27FC236}">
                <a16:creationId xmlns:a16="http://schemas.microsoft.com/office/drawing/2014/main" id="{98BAC31F-0229-A2C9-B80B-789CD41843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32"/>
          <a:stretch/>
        </p:blipFill>
        <p:spPr bwMode="auto">
          <a:xfrm>
            <a:off x="7384073" y="1676400"/>
            <a:ext cx="4579327" cy="34290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78271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Accessor/Getter Functions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5632B4-2BF9-E33D-2940-CFEA664A44F4}"/>
              </a:ext>
            </a:extLst>
          </p:cNvPr>
          <p:cNvSpPr txBox="1"/>
          <p:nvPr/>
        </p:nvSpPr>
        <p:spPr>
          <a:xfrm>
            <a:off x="381000" y="1676400"/>
            <a:ext cx="6087979" cy="25545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An </a:t>
            </a:r>
            <a:r>
              <a:rPr lang="en-US" sz="3200" b="1" dirty="0">
                <a:solidFill>
                  <a:srgbClr val="0000FF"/>
                </a:solidFill>
              </a:rPr>
              <a:t>accessor</a:t>
            </a:r>
            <a:r>
              <a:rPr lang="en-US" sz="3200" dirty="0">
                <a:solidFill>
                  <a:schemeClr val="bg1"/>
                </a:solidFill>
              </a:rPr>
              <a:t> function is a class member function that gets or accesses member data but doesn’t change it. Also called a </a:t>
            </a:r>
            <a:r>
              <a:rPr lang="en-US" sz="3200" b="1" dirty="0">
                <a:solidFill>
                  <a:srgbClr val="0000FF"/>
                </a:solidFill>
              </a:rPr>
              <a:t>getter</a:t>
            </a:r>
            <a:r>
              <a:rPr lang="en-US" sz="3200" dirty="0">
                <a:solidFill>
                  <a:schemeClr val="bg1"/>
                </a:solidFill>
              </a:rPr>
              <a:t> function.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9AA78-03E0-2804-9788-FD268D9B4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4383575"/>
            <a:ext cx="8831179" cy="24490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Book::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const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numPages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4" name="Picture 2" descr="Getters &amp; Setters Accessors &amp; Mutators ">
            <a:extLst>
              <a:ext uri="{FF2B5EF4-FFF2-40B4-BE49-F238E27FC236}">
                <a16:creationId xmlns:a16="http://schemas.microsoft.com/office/drawing/2014/main" id="{98BAC31F-0229-A2C9-B80B-789CD41843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32"/>
          <a:stretch/>
        </p:blipFill>
        <p:spPr bwMode="auto">
          <a:xfrm>
            <a:off x="7282309" y="1676399"/>
            <a:ext cx="4681091" cy="350520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6987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Private Member Functions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5632B4-2BF9-E33D-2940-CFEA664A44F4}"/>
              </a:ext>
            </a:extLst>
          </p:cNvPr>
          <p:cNvSpPr txBox="1"/>
          <p:nvPr/>
        </p:nvSpPr>
        <p:spPr>
          <a:xfrm>
            <a:off x="381000" y="1562100"/>
            <a:ext cx="11582400" cy="107721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 </a:t>
            </a:r>
            <a:r>
              <a:rPr lang="en-US" sz="3200" b="1" dirty="0">
                <a:solidFill>
                  <a:srgbClr val="0000FF"/>
                </a:solidFill>
              </a:rPr>
              <a:t>private</a:t>
            </a:r>
            <a:r>
              <a:rPr lang="en-US" sz="3200" dirty="0">
                <a:solidFill>
                  <a:schemeClr val="bg1"/>
                </a:solidFill>
              </a:rPr>
              <a:t> member function is defined under the private access specifier.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DBF8B2-0D06-691D-224E-365E1D80CC0E}"/>
              </a:ext>
            </a:extLst>
          </p:cNvPr>
          <p:cNvSpPr txBox="1"/>
          <p:nvPr/>
        </p:nvSpPr>
        <p:spPr>
          <a:xfrm>
            <a:off x="381000" y="2819400"/>
            <a:ext cx="115824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 private function can only be called by another member function, not outside code.</a:t>
            </a:r>
          </a:p>
          <a:p>
            <a:pPr marL="457200" indent="-457200"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The private member function is used for internal processing by the class.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9AA78-03E0-2804-9788-FD268D9B4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4505781"/>
            <a:ext cx="8831179" cy="213461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convertStringToInt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 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stoi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(str);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47539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Code Organization </a:t>
            </a:r>
            <a:b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Amasis MT Pro Black" panose="02040A04050005020304" pitchFamily="18" charset="0"/>
              </a:rPr>
              <a:t>Separating Specification from Implementation</a:t>
            </a:r>
            <a:endParaRPr b="1" dirty="0">
              <a:solidFill>
                <a:schemeClr val="accent5">
                  <a:lumMod val="75000"/>
                </a:schemeClr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51000"/>
            <a:ext cx="3429000" cy="5334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Class Specification File</a:t>
            </a:r>
          </a:p>
        </p:txBody>
      </p:sp>
      <p:pic>
        <p:nvPicPr>
          <p:cNvPr id="7" name="Graphic 6" descr="Document">
            <a:extLst>
              <a:ext uri="{FF2B5EF4-FFF2-40B4-BE49-F238E27FC236}">
                <a16:creationId xmlns:a16="http://schemas.microsoft.com/office/drawing/2014/main" id="{4685CC6D-5435-8059-2D4D-8CE95D806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62100" y="2171700"/>
            <a:ext cx="914400" cy="9144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2E6925-FCEB-5CB1-68DA-7D3C4FE845FE}"/>
              </a:ext>
            </a:extLst>
          </p:cNvPr>
          <p:cNvSpPr txBox="1">
            <a:spLocks/>
          </p:cNvSpPr>
          <p:nvPr/>
        </p:nvSpPr>
        <p:spPr>
          <a:xfrm>
            <a:off x="4267200" y="1651000"/>
            <a:ext cx="3733800" cy="5334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solidFill>
                  <a:schemeClr val="bg1"/>
                </a:solidFill>
              </a:rPr>
              <a:t>Class Implementation File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0293F5E-F02C-9CD4-DA93-3E055483E126}"/>
              </a:ext>
            </a:extLst>
          </p:cNvPr>
          <p:cNvSpPr txBox="1">
            <a:spLocks/>
          </p:cNvSpPr>
          <p:nvPr/>
        </p:nvSpPr>
        <p:spPr>
          <a:xfrm>
            <a:off x="8547100" y="1638300"/>
            <a:ext cx="3429000" cy="533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400" b="1" dirty="0">
                <a:solidFill>
                  <a:schemeClr val="bg1"/>
                </a:solidFill>
              </a:rPr>
              <a:t>Outside Code</a:t>
            </a:r>
          </a:p>
        </p:txBody>
      </p:sp>
      <p:pic>
        <p:nvPicPr>
          <p:cNvPr id="10" name="Graphic 9" descr="Document">
            <a:extLst>
              <a:ext uri="{FF2B5EF4-FFF2-40B4-BE49-F238E27FC236}">
                <a16:creationId xmlns:a16="http://schemas.microsoft.com/office/drawing/2014/main" id="{89FED7A4-8A5C-E690-05BE-40D2D88F5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6900" y="2184400"/>
            <a:ext cx="914400" cy="914400"/>
          </a:xfrm>
          <a:prstGeom prst="rect">
            <a:avLst/>
          </a:prstGeom>
        </p:spPr>
      </p:pic>
      <p:pic>
        <p:nvPicPr>
          <p:cNvPr id="11" name="Graphic 10" descr="Document">
            <a:extLst>
              <a:ext uri="{FF2B5EF4-FFF2-40B4-BE49-F238E27FC236}">
                <a16:creationId xmlns:a16="http://schemas.microsoft.com/office/drawing/2014/main" id="{D952E2E2-8C0C-9627-200F-C56DC08AED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04400" y="2184400"/>
            <a:ext cx="914400" cy="9144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1DC1BFF-D83F-67FC-3C8C-D63CB8A59E00}"/>
              </a:ext>
            </a:extLst>
          </p:cNvPr>
          <p:cNvSpPr txBox="1">
            <a:spLocks/>
          </p:cNvSpPr>
          <p:nvPr/>
        </p:nvSpPr>
        <p:spPr>
          <a:xfrm>
            <a:off x="381000" y="3244850"/>
            <a:ext cx="3429000" cy="346075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altLang="en-US" sz="2400" dirty="0">
                <a:solidFill>
                  <a:schemeClr val="bg1"/>
                </a:solidFill>
              </a:rPr>
              <a:t>Place the class declaration in a header file that serves as the </a:t>
            </a:r>
            <a:r>
              <a:rPr lang="en-US" altLang="en-US" sz="2400" b="1" u="sng" dirty="0">
                <a:solidFill>
                  <a:schemeClr val="bg1"/>
                </a:solidFill>
              </a:rPr>
              <a:t>class specification file</a:t>
            </a:r>
            <a:r>
              <a:rPr lang="en-US" altLang="en-US" sz="2400" dirty="0">
                <a:solidFill>
                  <a:schemeClr val="bg1"/>
                </a:solidFill>
              </a:rPr>
              <a:t>.  </a:t>
            </a:r>
          </a:p>
          <a:p>
            <a:pPr marL="0" lvl="1" indent="0">
              <a:buNone/>
            </a:pPr>
            <a:endParaRPr lang="en-US" altLang="en-US" sz="2400" dirty="0">
              <a:solidFill>
                <a:schemeClr val="bg1"/>
              </a:solidFill>
            </a:endParaRPr>
          </a:p>
          <a:p>
            <a:pPr marL="0" lvl="1" indent="0">
              <a:buNone/>
            </a:pPr>
            <a:r>
              <a:rPr lang="en-US" altLang="en-US" sz="2400" dirty="0">
                <a:solidFill>
                  <a:schemeClr val="bg1"/>
                </a:solidFill>
              </a:rPr>
              <a:t>Name the file </a:t>
            </a:r>
            <a:r>
              <a:rPr lang="en-US" altLang="en-US" sz="2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ClassName.h</a:t>
            </a:r>
            <a:r>
              <a:rPr lang="en-US" altLang="en-US" sz="2400" dirty="0">
                <a:solidFill>
                  <a:schemeClr val="bg1"/>
                </a:solidFill>
              </a:rPr>
              <a:t>, for example, </a:t>
            </a:r>
            <a:r>
              <a:rPr lang="en-US" altLang="en-US" sz="24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Rectangle.h</a:t>
            </a:r>
            <a:endParaRPr lang="en-US" altLang="en-US" sz="2400" b="1" dirty="0">
              <a:solidFill>
                <a:schemeClr val="accent6"/>
              </a:solidFill>
              <a:latin typeface="Courier New" panose="02070309020205020404" pitchFamily="49" charset="0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98BBC3C0-5B44-F7A0-D128-EFAD9A57B22C}"/>
              </a:ext>
            </a:extLst>
          </p:cNvPr>
          <p:cNvSpPr txBox="1">
            <a:spLocks/>
          </p:cNvSpPr>
          <p:nvPr/>
        </p:nvSpPr>
        <p:spPr>
          <a:xfrm>
            <a:off x="4267200" y="3257550"/>
            <a:ext cx="3733800" cy="34607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altLang="en-US" sz="2600" dirty="0">
                <a:solidFill>
                  <a:schemeClr val="bg1"/>
                </a:solidFill>
              </a:rPr>
              <a:t>Place member function definitions in </a:t>
            </a:r>
            <a:r>
              <a:rPr lang="en-US" altLang="en-US" sz="2600" b="1" dirty="0">
                <a:solidFill>
                  <a:srgbClr val="0000FF"/>
                </a:solidFill>
                <a:latin typeface="Courier New" panose="02070309020205020404" pitchFamily="49" charset="0"/>
              </a:rPr>
              <a:t>ClassName.cpp</a:t>
            </a:r>
            <a:r>
              <a:rPr lang="en-US" altLang="en-US" sz="2600" dirty="0">
                <a:solidFill>
                  <a:schemeClr val="bg1"/>
                </a:solidFill>
              </a:rPr>
              <a:t>, for example, </a:t>
            </a:r>
            <a:r>
              <a:rPr lang="en-US" altLang="en-US" sz="2600" b="1" dirty="0">
                <a:solidFill>
                  <a:schemeClr val="bg1"/>
                </a:solidFill>
                <a:latin typeface="Courier New" panose="02070309020205020404" pitchFamily="49" charset="0"/>
              </a:rPr>
              <a:t>Rectangle.cpp</a:t>
            </a:r>
            <a:r>
              <a:rPr lang="en-US" altLang="en-US" sz="2600" dirty="0">
                <a:solidFill>
                  <a:schemeClr val="bg1"/>
                </a:solidFill>
              </a:rPr>
              <a:t>  </a:t>
            </a:r>
          </a:p>
          <a:p>
            <a:pPr marL="0" lvl="1" indent="0">
              <a:buNone/>
            </a:pPr>
            <a:endParaRPr lang="en-US" altLang="en-US" sz="2600" dirty="0">
              <a:solidFill>
                <a:schemeClr val="bg1"/>
              </a:solidFill>
            </a:endParaRPr>
          </a:p>
          <a:p>
            <a:pPr marL="0" lvl="1" indent="0">
              <a:buNone/>
            </a:pPr>
            <a:r>
              <a:rPr lang="en-US" altLang="en-US" sz="2600" dirty="0">
                <a:solidFill>
                  <a:schemeClr val="bg1"/>
                </a:solidFill>
              </a:rPr>
              <a:t>This file should </a:t>
            </a:r>
            <a:r>
              <a:rPr lang="en-US" altLang="en-US" sz="2600" dirty="0">
                <a:solidFill>
                  <a:schemeClr val="bg1"/>
                </a:solidFill>
                <a:latin typeface="Courier New" panose="02070309020205020404" pitchFamily="49" charset="0"/>
              </a:rPr>
              <a:t>#include</a:t>
            </a:r>
            <a:r>
              <a:rPr lang="en-US" altLang="en-US" sz="2600" dirty="0">
                <a:solidFill>
                  <a:schemeClr val="bg1"/>
                </a:solidFill>
              </a:rPr>
              <a:t> the class specification file.  This is called the </a:t>
            </a:r>
            <a:r>
              <a:rPr lang="en-US" altLang="en-US" sz="2600" b="1" u="sng" dirty="0">
                <a:solidFill>
                  <a:schemeClr val="bg1"/>
                </a:solidFill>
              </a:rPr>
              <a:t>class implementation file</a:t>
            </a:r>
            <a:r>
              <a:rPr lang="en-US" altLang="en-US" sz="2600" dirty="0">
                <a:solidFill>
                  <a:schemeClr val="bg1"/>
                </a:solidFill>
              </a:rPr>
              <a:t>.</a:t>
            </a:r>
            <a:endParaRPr lang="en-US" altLang="en-US" sz="2800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B1366CD6-5B77-8767-EA6B-146D65673DCD}"/>
              </a:ext>
            </a:extLst>
          </p:cNvPr>
          <p:cNvSpPr txBox="1">
            <a:spLocks/>
          </p:cNvSpPr>
          <p:nvPr/>
        </p:nvSpPr>
        <p:spPr>
          <a:xfrm>
            <a:off x="8547100" y="3244850"/>
            <a:ext cx="3429000" cy="346075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altLang="en-US" sz="2400" dirty="0"/>
              <a:t>Programs that create an object of a class is the “outside code” and must </a:t>
            </a:r>
            <a:r>
              <a:rPr lang="en-US" altLang="en-US" sz="2400" b="1" dirty="0">
                <a:solidFill>
                  <a:srgbClr val="0070C0"/>
                </a:solidFill>
                <a:latin typeface="Courier New" panose="02070309020205020404" pitchFamily="49" charset="0"/>
              </a:rPr>
              <a:t>#include </a:t>
            </a:r>
            <a:r>
              <a:rPr lang="en-US" altLang="en-US" sz="2400" dirty="0"/>
              <a:t>the class specification file, and be compiled and linked with the member function definitions</a:t>
            </a:r>
          </a:p>
        </p:txBody>
      </p:sp>
    </p:spTree>
    <p:extLst>
      <p:ext uri="{BB962C8B-B14F-4D97-AF65-F5344CB8AC3E}">
        <p14:creationId xmlns:p14="http://schemas.microsoft.com/office/powerpoint/2010/main" val="1794564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Class Examples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1582400" cy="5079374"/>
          </a:xfrm>
        </p:spPr>
        <p:txBody>
          <a:bodyPr>
            <a:normAutofit/>
          </a:bodyPr>
          <a:lstStyle/>
          <a:p>
            <a:pPr marL="460375" indent="-460375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oop.cpp </a:t>
            </a:r>
            <a:b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dirty="0">
                <a:solidFill>
                  <a:schemeClr val="bg1"/>
                </a:solidFill>
              </a:rPr>
              <a:t>An example where the class declaration (class specification file), class implementation file, and “outside” code that creates an object of the class are all in a single source file.</a:t>
            </a:r>
          </a:p>
          <a:p>
            <a:pPr marL="460375" indent="-460375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1"/>
                </a:solidFill>
                <a:cs typeface="Courier New" panose="02070309020205020404" pitchFamily="49" charset="0"/>
              </a:rPr>
              <a:t>Rectangle Version 1 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Rectangle.h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Rectangle.cpp, myProg.cpp)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An example where the class specification file, class </a:t>
            </a:r>
            <a:r>
              <a:rPr lang="en-US" sz="2800" dirty="0" err="1">
                <a:solidFill>
                  <a:schemeClr val="bg1"/>
                </a:solidFill>
              </a:rPr>
              <a:t>implmenetation</a:t>
            </a:r>
            <a:r>
              <a:rPr lang="en-US" sz="2800" dirty="0">
                <a:solidFill>
                  <a:schemeClr val="bg1"/>
                </a:solidFill>
              </a:rPr>
              <a:t> file, and “outside” code (myProg.cpp) are in three separate files.</a:t>
            </a:r>
          </a:p>
        </p:txBody>
      </p:sp>
      <p:pic>
        <p:nvPicPr>
          <p:cNvPr id="2" name="Picture 2" descr="C++ Logo Icon">
            <a:extLst>
              <a:ext uri="{FF2B5EF4-FFF2-40B4-BE49-F238E27FC236}">
                <a16:creationId xmlns:a16="http://schemas.microsoft.com/office/drawing/2014/main" id="{BFC5A760-ECC6-801E-E6EA-329520DCD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0045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8218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64"/>
            <a:ext cx="12192000" cy="796762"/>
          </a:xfrm>
          <a:solidFill>
            <a:srgbClr val="FFDD00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Module 11 In-Class Practice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33500"/>
            <a:ext cx="5374400" cy="4876800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Add four </a:t>
            </a:r>
            <a:r>
              <a:rPr lang="en-US" sz="2800" b="1" dirty="0">
                <a:solidFill>
                  <a:schemeClr val="bg1"/>
                </a:solidFill>
              </a:rPr>
              <a:t>accessor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functions</a:t>
            </a:r>
            <a:r>
              <a:rPr lang="en-US" sz="2800" dirty="0">
                <a:solidFill>
                  <a:schemeClr val="bg1"/>
                </a:solidFill>
              </a:rPr>
              <a:t> and four </a:t>
            </a:r>
            <a:r>
              <a:rPr lang="en-US" sz="2800" b="1" dirty="0">
                <a:solidFill>
                  <a:schemeClr val="bg1"/>
                </a:solidFill>
              </a:rPr>
              <a:t>mutator functions </a:t>
            </a:r>
            <a:r>
              <a:rPr lang="en-US" sz="2800" dirty="0">
                <a:solidFill>
                  <a:schemeClr val="bg1"/>
                </a:solidFill>
              </a:rPr>
              <a:t>to your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IceCream</a:t>
            </a:r>
            <a:r>
              <a:rPr lang="en-US" sz="2800" dirty="0">
                <a:solidFill>
                  <a:schemeClr val="bg1"/>
                </a:solidFill>
              </a:rPr>
              <a:t> class.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function prototypes should be in the class declaration file (</a:t>
            </a:r>
            <a:r>
              <a:rPr lang="en-US" sz="28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IceCream.h</a:t>
            </a:r>
            <a:r>
              <a:rPr lang="en-US" sz="2800" dirty="0">
                <a:solidFill>
                  <a:schemeClr val="bg1"/>
                </a:solidFill>
              </a:rPr>
              <a:t>) and the function definitions should be in a class implementation file named </a:t>
            </a:r>
            <a:r>
              <a:rPr lang="en-US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IceCream.cpp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Picture 5" descr="ice cream">
            <a:extLst>
              <a:ext uri="{FF2B5EF4-FFF2-40B4-BE49-F238E27FC236}">
                <a16:creationId xmlns:a16="http://schemas.microsoft.com/office/drawing/2014/main" id="{43BF6011-4ACF-A1C3-BA9C-B77DC47885C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0600" y="1333500"/>
            <a:ext cx="6503276" cy="4876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2589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B8FF-D2F7-38D0-20EA-3F5029F7AC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DD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Constructor Member Functions</a:t>
            </a:r>
          </a:p>
        </p:txBody>
      </p:sp>
    </p:spTree>
    <p:extLst>
      <p:ext uri="{BB962C8B-B14F-4D97-AF65-F5344CB8AC3E}">
        <p14:creationId xmlns:p14="http://schemas.microsoft.com/office/powerpoint/2010/main" val="6179615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Constructors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7239000" cy="507937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</a:rPr>
              <a:t>Member function that are </a:t>
            </a:r>
            <a:r>
              <a:rPr lang="en-US" altLang="en-US" sz="2800" b="1" dirty="0">
                <a:solidFill>
                  <a:schemeClr val="bg1"/>
                </a:solidFill>
              </a:rPr>
              <a:t>automatically called </a:t>
            </a:r>
            <a:r>
              <a:rPr lang="en-US" altLang="en-US" sz="2800" dirty="0">
                <a:solidFill>
                  <a:schemeClr val="bg1"/>
                </a:solidFill>
              </a:rPr>
              <a:t>when an object is created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</a:rPr>
              <a:t>Purpose is to construct an object – like an initialization routine for the object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</a:rPr>
              <a:t>Constructor function name is class name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</a:rPr>
              <a:t>Has no return type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bg1"/>
                </a:solidFill>
              </a:rPr>
              <a:t>Two types of constructors: </a:t>
            </a:r>
            <a:r>
              <a:rPr lang="en-US" altLang="en-US" sz="2800" b="1" dirty="0">
                <a:solidFill>
                  <a:schemeClr val="bg1"/>
                </a:solidFill>
              </a:rPr>
              <a:t>default</a:t>
            </a:r>
            <a:r>
              <a:rPr lang="en-US" altLang="en-US" sz="2800" dirty="0">
                <a:solidFill>
                  <a:schemeClr val="bg1"/>
                </a:solidFill>
              </a:rPr>
              <a:t> &amp; </a:t>
            </a:r>
            <a:r>
              <a:rPr lang="en-US" altLang="en-US" sz="2800" b="1" dirty="0">
                <a:solidFill>
                  <a:schemeClr val="bg1"/>
                </a:solidFill>
              </a:rPr>
              <a:t>overloaded</a:t>
            </a:r>
          </a:p>
        </p:txBody>
      </p:sp>
      <p:pic>
        <p:nvPicPr>
          <p:cNvPr id="2" name="Picture 1" descr="bob the builder">
            <a:extLst>
              <a:ext uri="{FF2B5EF4-FFF2-40B4-BE49-F238E27FC236}">
                <a16:creationId xmlns:a16="http://schemas.microsoft.com/office/drawing/2014/main" id="{8FF9D8DA-B544-7DE6-7301-445A6E52A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846" y="1612900"/>
            <a:ext cx="4139554" cy="455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703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Default Constructors vs. Overloaded Constructors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485900"/>
            <a:ext cx="5524500" cy="52578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altLang="en-US" sz="2200" dirty="0">
                <a:solidFill>
                  <a:schemeClr val="bg1"/>
                </a:solidFill>
              </a:rPr>
              <a:t>A </a:t>
            </a:r>
            <a:r>
              <a:rPr lang="en-US" altLang="en-US" sz="2200" b="1" dirty="0">
                <a:solidFill>
                  <a:srgbClr val="0000FF"/>
                </a:solidFill>
              </a:rPr>
              <a:t>default constructor </a:t>
            </a:r>
            <a:r>
              <a:rPr lang="en-US" altLang="en-US" sz="2200" dirty="0">
                <a:solidFill>
                  <a:schemeClr val="bg1"/>
                </a:solidFill>
              </a:rPr>
              <a:t>is a constructor that takes no arguments (empty parameter list).</a:t>
            </a:r>
            <a:br>
              <a:rPr lang="en-US" altLang="en-US" sz="2200" dirty="0">
                <a:solidFill>
                  <a:schemeClr val="bg1"/>
                </a:solidFill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Rectangle();</a:t>
            </a:r>
            <a:b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altLang="en-US" sz="2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An example function definition:</a:t>
            </a:r>
            <a:br>
              <a:rPr lang="en-US" altLang="en-US" sz="2200" dirty="0">
                <a:solidFill>
                  <a:schemeClr val="bg1"/>
                </a:solidFill>
                <a:cs typeface="Courier New" panose="02070309020205020404" pitchFamily="49" charset="0"/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Rectangle::Rectangle(){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width =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length </a:t>
            </a:r>
            <a:r>
              <a:rPr lang="en-US" altLang="en-US" sz="22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0;</a:t>
            </a:r>
            <a:b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n-US" alt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ct val="40000"/>
              </a:spcBef>
            </a:pPr>
            <a:r>
              <a:rPr lang="en-US" altLang="en-US" sz="2200" dirty="0">
                <a:solidFill>
                  <a:schemeClr val="bg1"/>
                </a:solidFill>
              </a:rPr>
              <a:t>Creating an instance (object) of a class with no arguments calls the default constructor:</a:t>
            </a:r>
            <a:br>
              <a:rPr lang="en-US" altLang="en-US" sz="2200" dirty="0">
                <a:solidFill>
                  <a:schemeClr val="bg1"/>
                </a:solidFill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  <a:t>Rectangle r;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7EC387F-0A66-555A-3224-1C3E9758B477}"/>
              </a:ext>
            </a:extLst>
          </p:cNvPr>
          <p:cNvSpPr txBox="1">
            <a:spLocks/>
          </p:cNvSpPr>
          <p:nvPr/>
        </p:nvSpPr>
        <p:spPr>
          <a:xfrm>
            <a:off x="6096001" y="1485900"/>
            <a:ext cx="5867400" cy="52578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40000"/>
              </a:spcBef>
            </a:pPr>
            <a:r>
              <a:rPr lang="en-US" altLang="en-US" sz="2200" dirty="0">
                <a:solidFill>
                  <a:schemeClr val="bg1"/>
                </a:solidFill>
              </a:rPr>
              <a:t>To create an </a:t>
            </a:r>
            <a:r>
              <a:rPr lang="en-US" altLang="en-US" sz="2200" b="1" dirty="0">
                <a:solidFill>
                  <a:srgbClr val="0000FF"/>
                </a:solidFill>
              </a:rPr>
              <a:t>overloaded constructor </a:t>
            </a:r>
            <a:r>
              <a:rPr lang="en-US" altLang="en-US" sz="2200" dirty="0">
                <a:solidFill>
                  <a:schemeClr val="bg1"/>
                </a:solidFill>
              </a:rPr>
              <a:t>(a constructor that takes arguments), indicate parameters in the prototype:</a:t>
            </a:r>
            <a:br>
              <a:rPr lang="en-US" altLang="en-US" sz="2200" dirty="0">
                <a:solidFill>
                  <a:schemeClr val="bg1"/>
                </a:solidFill>
              </a:rPr>
            </a:br>
            <a:br>
              <a:rPr lang="en-US" altLang="en-US" sz="2200" dirty="0">
                <a:solidFill>
                  <a:schemeClr val="bg1"/>
                </a:solidFill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  <a:t>Rectangle(double, double);</a:t>
            </a:r>
            <a:b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</a:br>
            <a:endParaRPr lang="en-US" altLang="en-US" sz="2200" b="1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spcBef>
                <a:spcPct val="40000"/>
              </a:spcBef>
            </a:pPr>
            <a:r>
              <a:rPr lang="en-US" altLang="en-US" sz="2200" dirty="0">
                <a:solidFill>
                  <a:schemeClr val="bg1"/>
                </a:solidFill>
              </a:rPr>
              <a:t>Use parameters in the definition:</a:t>
            </a:r>
            <a:br>
              <a:rPr lang="en-US" altLang="en-US" sz="2200" dirty="0">
                <a:solidFill>
                  <a:schemeClr val="bg1"/>
                </a:solidFill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  <a:t>Rectangle::Rectangle(double w, double </a:t>
            </a:r>
            <a:r>
              <a:rPr lang="en-US" altLang="en-US" sz="22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len</a:t>
            </a: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  <a:t>){</a:t>
            </a:r>
            <a:b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  <a:t>   width = w;</a:t>
            </a:r>
            <a:b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  <a:t>   length = </a:t>
            </a:r>
            <a:r>
              <a:rPr lang="en-US" altLang="en-US" sz="22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len</a:t>
            </a: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  <a:t>;</a:t>
            </a:r>
            <a:b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spcBef>
                <a:spcPct val="40000"/>
              </a:spcBef>
            </a:pPr>
            <a:r>
              <a:rPr lang="en-US" altLang="en-US" sz="2200" dirty="0">
                <a:solidFill>
                  <a:schemeClr val="bg1"/>
                </a:solidFill>
              </a:rPr>
              <a:t>Creating an instance (object) of a class where you pass arguments:</a:t>
            </a:r>
            <a:br>
              <a:rPr lang="en-US" altLang="en-US" sz="2200" dirty="0">
                <a:solidFill>
                  <a:schemeClr val="bg1"/>
                </a:solidFill>
              </a:rPr>
            </a:br>
            <a:r>
              <a:rPr lang="en-US" alt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 r(10, 5);</a:t>
            </a:r>
          </a:p>
        </p:txBody>
      </p:sp>
    </p:spTree>
    <p:extLst>
      <p:ext uri="{BB962C8B-B14F-4D97-AF65-F5344CB8AC3E}">
        <p14:creationId xmlns:p14="http://schemas.microsoft.com/office/powerpoint/2010/main" val="38243835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Constructors Examples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1582400" cy="5079374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460375" indent="-460375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cs typeface="Courier New" panose="02070309020205020404" pitchFamily="49" charset="0"/>
              </a:rPr>
              <a:t>Rectangle Version 2 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Rectangle.h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Rectangle.cpp, myProg.cpp)</a:t>
            </a:r>
          </a:p>
          <a:p>
            <a:pPr marL="460375" indent="-460375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bg1"/>
                </a:solidFill>
                <a:cs typeface="Courier New" panose="02070309020205020404" pitchFamily="49" charset="0"/>
              </a:rPr>
              <a:t>Sale Version 1 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Sale.h</a:t>
            </a: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myProg.cpp)</a:t>
            </a:r>
          </a:p>
        </p:txBody>
      </p:sp>
      <p:pic>
        <p:nvPicPr>
          <p:cNvPr id="2" name="Picture 2" descr="C++ Logo Icon, Transparent C++ Logo.PNG Images &amp; Vector - FreeIconsPNG">
            <a:extLst>
              <a:ext uri="{FF2B5EF4-FFF2-40B4-BE49-F238E27FC236}">
                <a16:creationId xmlns:a16="http://schemas.microsoft.com/office/drawing/2014/main" id="{BFC5A760-ECC6-801E-E6EA-329520DCD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0045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31766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7364"/>
            <a:ext cx="12192000" cy="796762"/>
          </a:xfrm>
          <a:solidFill>
            <a:srgbClr val="FFDD00"/>
          </a:solidFill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Berlin Sans FB Demi" panose="020E0802020502020306" pitchFamily="34" charset="0"/>
              </a:rPr>
              <a:t>Module 11 In-Class Practice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5374400" cy="5943600"/>
          </a:xfrm>
          <a:solidFill>
            <a:schemeClr val="tx1"/>
          </a:solidFill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bg1"/>
                </a:solidFill>
              </a:rPr>
              <a:t>Add </a:t>
            </a:r>
            <a:r>
              <a:rPr lang="en-US" sz="2800" u="sng" dirty="0">
                <a:solidFill>
                  <a:schemeClr val="bg1"/>
                </a:solidFill>
              </a:rPr>
              <a:t>two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constructor</a:t>
            </a:r>
            <a:r>
              <a:rPr lang="en-US" sz="2800" dirty="0">
                <a:solidFill>
                  <a:schemeClr val="bg1"/>
                </a:solidFill>
              </a:rPr>
              <a:t> functions (a default constructor &amp; overloaded constructor) to your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IceCream</a:t>
            </a:r>
            <a:r>
              <a:rPr lang="en-US" sz="2800" dirty="0">
                <a:solidFill>
                  <a:schemeClr val="bg1"/>
                </a:solidFill>
              </a:rPr>
              <a:t> class. Also create a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printIceCream</a:t>
            </a:r>
            <a:r>
              <a:rPr lang="en-US" sz="2800" dirty="0">
                <a:solidFill>
                  <a:schemeClr val="bg1"/>
                </a:solidFill>
              </a:rPr>
              <a:t> function for the </a:t>
            </a:r>
            <a:r>
              <a:rPr lang="en-US" sz="28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IceCream</a:t>
            </a:r>
            <a:r>
              <a:rPr lang="en-US" sz="2800" dirty="0">
                <a:solidFill>
                  <a:schemeClr val="bg1"/>
                </a:solidFill>
              </a:rPr>
              <a:t> class that will print all the attributes to the screen. All function definitions should be in </a:t>
            </a:r>
            <a:r>
              <a:rPr lang="en-US" sz="2800" b="1" dirty="0">
                <a:solidFill>
                  <a:schemeClr val="bg1"/>
                </a:solidFill>
              </a:rPr>
              <a:t>IceCream.cpp</a:t>
            </a:r>
            <a:r>
              <a:rPr lang="en-US" sz="28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800" dirty="0">
              <a:solidFill>
                <a:schemeClr val="bg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chemeClr val="bg1"/>
                </a:solidFill>
              </a:rPr>
              <a:t>Create </a:t>
            </a:r>
            <a:r>
              <a:rPr lang="en-US" sz="2800" b="1" dirty="0">
                <a:solidFill>
                  <a:schemeClr val="bg1"/>
                </a:solidFill>
              </a:rPr>
              <a:t>Driver.cpp </a:t>
            </a:r>
            <a:r>
              <a:rPr lang="en-US" sz="2800" dirty="0">
                <a:solidFill>
                  <a:schemeClr val="bg1"/>
                </a:solidFill>
              </a:rPr>
              <a:t>to do the following:</a:t>
            </a:r>
          </a:p>
          <a:p>
            <a:pPr marL="346075" indent="-3460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1"/>
                </a:solidFill>
              </a:rPr>
              <a:t>Create an </a:t>
            </a:r>
            <a:r>
              <a:rPr lang="en-US" sz="2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IceCream</a:t>
            </a:r>
            <a:r>
              <a:rPr lang="en-US" sz="2600" dirty="0">
                <a:solidFill>
                  <a:schemeClr val="bg1"/>
                </a:solidFill>
              </a:rPr>
              <a:t> object.  </a:t>
            </a:r>
          </a:p>
          <a:p>
            <a:pPr marL="346075" indent="-3460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1"/>
                </a:solidFill>
              </a:rPr>
              <a:t>Call the </a:t>
            </a:r>
            <a:r>
              <a:rPr lang="en-US" sz="2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printIceCream</a:t>
            </a:r>
            <a:r>
              <a:rPr lang="en-US" sz="2600" dirty="0">
                <a:solidFill>
                  <a:schemeClr val="bg1"/>
                </a:solidFill>
              </a:rPr>
              <a:t> function.</a:t>
            </a:r>
          </a:p>
          <a:p>
            <a:pPr marL="346075" indent="-3460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1"/>
                </a:solidFill>
              </a:rPr>
              <a:t>Call the 4 mutator functions to set the attributes of this object.</a:t>
            </a:r>
          </a:p>
          <a:p>
            <a:pPr marL="346075" indent="-3460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1"/>
                </a:solidFill>
              </a:rPr>
              <a:t>Call the </a:t>
            </a:r>
            <a:r>
              <a:rPr lang="en-US" sz="2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printIceCream</a:t>
            </a:r>
            <a:r>
              <a:rPr lang="en-US" sz="2600" dirty="0">
                <a:solidFill>
                  <a:schemeClr val="bg1"/>
                </a:solidFill>
              </a:rPr>
              <a:t> function.</a:t>
            </a:r>
          </a:p>
          <a:p>
            <a:pPr marL="346075" indent="-3460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1"/>
                </a:solidFill>
              </a:rPr>
              <a:t>Ask the user for their favorite cone, flavor, topping, and the price of the ice cream. Then create a 2</a:t>
            </a:r>
            <a:r>
              <a:rPr lang="en-US" sz="2600" baseline="30000" dirty="0">
                <a:solidFill>
                  <a:schemeClr val="bg1"/>
                </a:solidFill>
              </a:rPr>
              <a:t>nd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IceCream</a:t>
            </a:r>
            <a:r>
              <a:rPr lang="en-US" sz="2600" dirty="0">
                <a:solidFill>
                  <a:schemeClr val="bg1"/>
                </a:solidFill>
              </a:rPr>
              <a:t> object, sending the user’s data to the constructor during creation.</a:t>
            </a:r>
          </a:p>
          <a:p>
            <a:pPr marL="346075" indent="-346075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chemeClr val="bg1"/>
                </a:solidFill>
              </a:rPr>
              <a:t>Call the </a:t>
            </a:r>
            <a:r>
              <a:rPr lang="en-US" sz="2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printIceCream</a:t>
            </a:r>
            <a:r>
              <a:rPr lang="en-US" sz="2600" dirty="0">
                <a:solidFill>
                  <a:schemeClr val="bg1"/>
                </a:solidFill>
              </a:rPr>
              <a:t> function.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3D806C-BD40-0F0C-E54E-A9B60EEEE76D}"/>
              </a:ext>
            </a:extLst>
          </p:cNvPr>
          <p:cNvSpPr txBox="1">
            <a:spLocks/>
          </p:cNvSpPr>
          <p:nvPr/>
        </p:nvSpPr>
        <p:spPr>
          <a:xfrm>
            <a:off x="5715000" y="769398"/>
            <a:ext cx="6083275" cy="6012402"/>
          </a:xfrm>
          <a:prstGeom prst="rect">
            <a:avLst/>
          </a:prstGeom>
          <a:solidFill>
            <a:schemeClr val="tx1"/>
          </a:solidFill>
        </p:spPr>
        <p:txBody>
          <a:bodyPr vert="horz" lIns="0" tIns="45720" rIns="0" bIns="45720" rtlCol="0">
            <a:normAutofit fontScale="6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900" b="1" dirty="0">
                <a:solidFill>
                  <a:srgbClr val="C00000"/>
                </a:solidFill>
              </a:rPr>
              <a:t>SAMPLE OUTPUT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Printing the first Ice Cream before attributes are set.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Flavor: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Topping: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           0.00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Printing the first Ice Cream after calling mutator functions.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Cone:           waffle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Flavor:         chocolate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Topping:        </a:t>
            </a:r>
            <a:r>
              <a:rPr lang="en-US" sz="22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m&amp;m</a:t>
            </a:r>
            <a:endParaRPr lang="en-US" sz="2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           3.99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your favorite ice cream: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CONE: </a:t>
            </a:r>
            <a:r>
              <a:rPr lang="en-US" sz="2200" b="1" dirty="0">
                <a:solidFill>
                  <a:schemeClr val="bg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cup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FLAVOR: </a:t>
            </a:r>
            <a:r>
              <a:rPr lang="en-US" sz="2200" b="1" dirty="0">
                <a:solidFill>
                  <a:schemeClr val="bg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cookies and cream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TOPPING: </a:t>
            </a:r>
            <a:r>
              <a:rPr lang="en-US" sz="2200" b="1" dirty="0">
                <a:solidFill>
                  <a:schemeClr val="bg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hot fudge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PRICE: $</a:t>
            </a:r>
            <a:r>
              <a:rPr lang="en-US" sz="2200" b="1" dirty="0">
                <a:solidFill>
                  <a:schemeClr val="bg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4.99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2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Printing the Second Ice Cream: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Cone:           cup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Flavor:         cookies and cream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Topping:        hot fudge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Price           4.99</a:t>
            </a:r>
          </a:p>
        </p:txBody>
      </p:sp>
    </p:spTree>
    <p:extLst>
      <p:ext uri="{BB962C8B-B14F-4D97-AF65-F5344CB8AC3E}">
        <p14:creationId xmlns:p14="http://schemas.microsoft.com/office/powerpoint/2010/main" val="24378928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B8FF-D2F7-38D0-20EA-3F5029F7AC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DD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“this” Implicit Parameter</a:t>
            </a:r>
          </a:p>
        </p:txBody>
      </p:sp>
    </p:spTree>
    <p:extLst>
      <p:ext uri="{BB962C8B-B14F-4D97-AF65-F5344CB8AC3E}">
        <p14:creationId xmlns:p14="http://schemas.microsoft.com/office/powerpoint/2010/main" val="4699599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The “this” Implicit Parameter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0515600" cy="5079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When accessing an object’s member (either an attribute or a member function), you can use the word “</a:t>
            </a:r>
            <a:r>
              <a:rPr lang="en-US" altLang="en-US" sz="2800" b="1" dirty="0">
                <a:solidFill>
                  <a:srgbClr val="0000FF"/>
                </a:solidFill>
              </a:rPr>
              <a:t>this</a:t>
            </a:r>
            <a:r>
              <a:rPr lang="en-US" altLang="en-US" sz="2800" dirty="0">
                <a:solidFill>
                  <a:schemeClr val="bg1"/>
                </a:solidFill>
              </a:rPr>
              <a:t>” with the pointer operator </a:t>
            </a:r>
            <a:r>
              <a:rPr lang="en-US" altLang="en-US" sz="2800" b="1" dirty="0">
                <a:solidFill>
                  <a:srgbClr val="0000FF"/>
                </a:solidFill>
              </a:rPr>
              <a:t>-&gt;</a:t>
            </a:r>
            <a:r>
              <a:rPr lang="en-US" altLang="en-US" sz="2800" dirty="0">
                <a:solidFill>
                  <a:schemeClr val="bg1"/>
                </a:solidFill>
              </a:rPr>
              <a:t>.  </a:t>
            </a:r>
            <a:br>
              <a:rPr lang="en-US" altLang="en-US" sz="2800" dirty="0">
                <a:solidFill>
                  <a:schemeClr val="bg1"/>
                </a:solidFill>
              </a:rPr>
            </a:br>
            <a:r>
              <a:rPr lang="en-US" altLang="en-US" sz="2800" dirty="0">
                <a:solidFill>
                  <a:schemeClr val="bg1"/>
                </a:solidFill>
              </a:rPr>
              <a:t>Using “this” could make your code more readable.</a:t>
            </a:r>
          </a:p>
          <a:p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2" name="Picture 1" descr="code">
            <a:extLst>
              <a:ext uri="{FF2B5EF4-FFF2-40B4-BE49-F238E27FC236}">
                <a16:creationId xmlns:a16="http://schemas.microsoft.com/office/drawing/2014/main" id="{F571B621-3FAE-200F-015E-0C01EBF12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995" y="3339927"/>
            <a:ext cx="6862010" cy="333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29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B8FF-D2F7-38D0-20EA-3F5029F7AC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DD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Destructor </a:t>
            </a:r>
            <a:b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</a:br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Member Function</a:t>
            </a:r>
          </a:p>
        </p:txBody>
      </p:sp>
    </p:spTree>
    <p:extLst>
      <p:ext uri="{BB962C8B-B14F-4D97-AF65-F5344CB8AC3E}">
        <p14:creationId xmlns:p14="http://schemas.microsoft.com/office/powerpoint/2010/main" val="8761708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Destructors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1658600" cy="5079374"/>
          </a:xfrm>
        </p:spPr>
        <p:txBody>
          <a:bodyPr>
            <a:normAutofit/>
          </a:bodyPr>
          <a:lstStyle/>
          <a:p>
            <a:pPr>
              <a:lnSpc>
                <a:spcPct val="85000"/>
              </a:lnSpc>
            </a:pPr>
            <a:r>
              <a:rPr lang="en-US" altLang="en-US" sz="2800" dirty="0">
                <a:solidFill>
                  <a:schemeClr val="bg1"/>
                </a:solidFill>
              </a:rPr>
              <a:t>A </a:t>
            </a:r>
            <a:r>
              <a:rPr lang="en-US" altLang="en-US" sz="2800" b="1" dirty="0">
                <a:solidFill>
                  <a:srgbClr val="0000FF"/>
                </a:solidFill>
              </a:rPr>
              <a:t>destructor</a:t>
            </a:r>
            <a:r>
              <a:rPr lang="en-US" altLang="en-US" sz="2800" dirty="0">
                <a:solidFill>
                  <a:schemeClr val="bg1"/>
                </a:solidFill>
              </a:rPr>
              <a:t> is a member function that is </a:t>
            </a:r>
            <a:r>
              <a:rPr lang="en-US" altLang="en-US" sz="2800" b="1" dirty="0">
                <a:solidFill>
                  <a:schemeClr val="bg1"/>
                </a:solidFill>
              </a:rPr>
              <a:t>automatically called </a:t>
            </a:r>
            <a:r>
              <a:rPr lang="en-US" altLang="en-US" sz="2800" dirty="0">
                <a:solidFill>
                  <a:schemeClr val="bg1"/>
                </a:solidFill>
              </a:rPr>
              <a:t>when an object is </a:t>
            </a:r>
            <a:r>
              <a:rPr lang="en-US" altLang="en-US" sz="2800" b="1" dirty="0">
                <a:solidFill>
                  <a:schemeClr val="bg1"/>
                </a:solidFill>
              </a:rPr>
              <a:t>destroyed</a:t>
            </a:r>
          </a:p>
          <a:p>
            <a:pPr>
              <a:lnSpc>
                <a:spcPct val="85000"/>
              </a:lnSpc>
            </a:pPr>
            <a:r>
              <a:rPr lang="en-US" altLang="en-US" sz="2800" dirty="0">
                <a:solidFill>
                  <a:schemeClr val="bg1"/>
                </a:solidFill>
              </a:rPr>
              <a:t>Destructor name is 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~</a:t>
            </a:r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classname</a:t>
            </a:r>
            <a:r>
              <a:rPr lang="en-US" altLang="en-US" sz="2800" dirty="0">
                <a:solidFill>
                  <a:schemeClr val="bg1"/>
                </a:solidFill>
              </a:rPr>
              <a:t>, </a:t>
            </a:r>
            <a:r>
              <a:rPr lang="en-US" altLang="en-US" sz="2800" i="1" dirty="0">
                <a:solidFill>
                  <a:schemeClr val="bg1"/>
                </a:solidFill>
              </a:rPr>
              <a:t>e.g.</a:t>
            </a:r>
            <a:r>
              <a:rPr lang="en-US" altLang="en-US" sz="2800" dirty="0">
                <a:solidFill>
                  <a:schemeClr val="bg1"/>
                </a:solidFill>
              </a:rPr>
              <a:t>, 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~Rectangle</a:t>
            </a:r>
          </a:p>
          <a:p>
            <a:pPr>
              <a:lnSpc>
                <a:spcPct val="85000"/>
              </a:lnSpc>
            </a:pPr>
            <a:r>
              <a:rPr lang="en-US" altLang="en-US" sz="2800" dirty="0">
                <a:solidFill>
                  <a:schemeClr val="bg1"/>
                </a:solidFill>
              </a:rPr>
              <a:t>Has no return type; takes no arguments</a:t>
            </a:r>
          </a:p>
          <a:p>
            <a:pPr>
              <a:lnSpc>
                <a:spcPct val="85000"/>
              </a:lnSpc>
            </a:pPr>
            <a:r>
              <a:rPr lang="en-US" altLang="en-US" sz="2800" dirty="0">
                <a:solidFill>
                  <a:schemeClr val="bg1"/>
                </a:solidFill>
              </a:rPr>
              <a:t>Only one destructor per class, </a:t>
            </a:r>
            <a:r>
              <a:rPr lang="en-US" altLang="en-US" sz="2800" i="1" dirty="0">
                <a:solidFill>
                  <a:schemeClr val="bg1"/>
                </a:solidFill>
              </a:rPr>
              <a:t>i.e.</a:t>
            </a:r>
            <a:r>
              <a:rPr lang="en-US" altLang="en-US" sz="2800" dirty="0">
                <a:solidFill>
                  <a:schemeClr val="bg1"/>
                </a:solidFill>
              </a:rPr>
              <a:t>, it cannot be overloaded</a:t>
            </a:r>
          </a:p>
          <a:p>
            <a:pPr>
              <a:lnSpc>
                <a:spcPct val="85000"/>
              </a:lnSpc>
            </a:pPr>
            <a:r>
              <a:rPr lang="en-US" altLang="en-US" sz="2800" dirty="0">
                <a:solidFill>
                  <a:schemeClr val="bg1"/>
                </a:solidFill>
              </a:rPr>
              <a:t>If a class constructor allocates dynamic memory, the destructor should release the memory </a:t>
            </a:r>
          </a:p>
        </p:txBody>
      </p:sp>
    </p:spTree>
    <p:extLst>
      <p:ext uri="{BB962C8B-B14F-4D97-AF65-F5344CB8AC3E}">
        <p14:creationId xmlns:p14="http://schemas.microsoft.com/office/powerpoint/2010/main" val="2031496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Class Example with a Destructor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1582400" cy="5079374"/>
          </a:xfrm>
        </p:spPr>
        <p:txBody>
          <a:bodyPr>
            <a:normAutofit/>
          </a:bodyPr>
          <a:lstStyle/>
          <a:p>
            <a:pPr marL="460375" indent="-460375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 Version 3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" name="Picture 2" descr="C++ Logo Icon, Transparent C++ Logo.PNG Images &amp; Vector - FreeIconsPNG">
            <a:extLst>
              <a:ext uri="{FF2B5EF4-FFF2-40B4-BE49-F238E27FC236}">
                <a16:creationId xmlns:a16="http://schemas.microsoft.com/office/drawing/2014/main" id="{BFC5A760-ECC6-801E-E6EA-329520DCD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60045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94725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B8FF-D2F7-38D0-20EA-3F5029F7AC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DD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Event Handling</a:t>
            </a:r>
          </a:p>
        </p:txBody>
      </p:sp>
    </p:spTree>
    <p:extLst>
      <p:ext uri="{BB962C8B-B14F-4D97-AF65-F5344CB8AC3E}">
        <p14:creationId xmlns:p14="http://schemas.microsoft.com/office/powerpoint/2010/main" val="14076220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0"/>
            <a:ext cx="11582400" cy="14478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Overly Complicated Machine</a:t>
            </a:r>
            <a:b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</a:br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(open a fortune cookie)</a:t>
            </a:r>
            <a:b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</a:br>
            <a:r>
              <a:rPr lang="en-US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An example to show events &amp; responses.</a:t>
            </a:r>
            <a:endParaRPr b="1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A66FF7B-B9AC-7147-F687-FD9D96E34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506200" cy="5079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endParaRPr lang="en-US" altLang="en-US" sz="4000" dirty="0">
              <a:solidFill>
                <a:schemeClr val="bg1"/>
              </a:solidFill>
            </a:endParaRPr>
          </a:p>
        </p:txBody>
      </p:sp>
      <p:pic>
        <p:nvPicPr>
          <p:cNvPr id="5" name="Picture 4" descr="youtube video of an overly complicated machine">
            <a:hlinkClick r:id="rId3"/>
            <a:extLst>
              <a:ext uri="{FF2B5EF4-FFF2-40B4-BE49-F238E27FC236}">
                <a16:creationId xmlns:a16="http://schemas.microsoft.com/office/drawing/2014/main" id="{74759694-CDAE-139F-CA2F-ADC29D6E2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200" y="1600200"/>
            <a:ext cx="7261450" cy="4240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CB8329-7879-0B7C-0815-C4BFDC925956}"/>
              </a:ext>
            </a:extLst>
          </p:cNvPr>
          <p:cNvSpPr txBox="1"/>
          <p:nvPr/>
        </p:nvSpPr>
        <p:spPr>
          <a:xfrm>
            <a:off x="990600" y="5943600"/>
            <a:ext cx="10058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https://www.youtube.com/watch?v=VdSSOAtIrYU&amp;t=1s</a:t>
            </a:r>
            <a:r>
              <a:rPr lang="en-US" sz="3200" b="1" dirty="0">
                <a:solidFill>
                  <a:srgbClr val="0000FF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208456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An </a:t>
            </a:r>
            <a:r>
              <a:rPr lang="en-US" sz="4800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Event</a:t>
            </a:r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 in Programming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48100" y="3390900"/>
            <a:ext cx="11582400" cy="5079374"/>
          </a:xfrm>
        </p:spPr>
        <p:txBody>
          <a:bodyPr>
            <a:normAutofit/>
          </a:bodyPr>
          <a:lstStyle/>
          <a:p>
            <a:endParaRPr lang="en-US" dirty="0">
              <a:latin typeface="Candara" panose="020E0502030303020204" pitchFamily="34" charset="0"/>
            </a:endParaRPr>
          </a:p>
          <a:p>
            <a:pPr marL="0" indent="0"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A66FF7B-B9AC-7147-F687-FD9D96E349F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506200" cy="5079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An </a:t>
            </a:r>
            <a:r>
              <a:rPr lang="en-US" sz="3600" b="1" dirty="0">
                <a:solidFill>
                  <a:srgbClr val="0000FF"/>
                </a:solidFill>
                <a:cs typeface="Courier New" panose="02070309020205020404" pitchFamily="49" charset="0"/>
              </a:rPr>
              <a:t>event</a:t>
            </a: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 is some action that indicates a user interacting with a program.  Examples of events on a GUI:</a:t>
            </a:r>
          </a:p>
          <a:p>
            <a:r>
              <a:rPr lang="en-US" sz="3600" b="1" dirty="0">
                <a:solidFill>
                  <a:schemeClr val="bg1"/>
                </a:solidFill>
                <a:cs typeface="Courier New" panose="02070309020205020404" pitchFamily="49" charset="0"/>
              </a:rPr>
              <a:t>mouse click </a:t>
            </a:r>
            <a:endParaRPr lang="en-US" sz="36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r>
              <a:rPr lang="en-US" sz="3600" b="1" dirty="0">
                <a:solidFill>
                  <a:schemeClr val="bg1"/>
                </a:solidFill>
                <a:cs typeface="Courier New" panose="02070309020205020404" pitchFamily="49" charset="0"/>
              </a:rPr>
              <a:t>pressing a key on the keyboard</a:t>
            </a:r>
          </a:p>
          <a:p>
            <a:pPr marL="0" indent="0">
              <a:buFont typeface="Arial" pitchFamily="34" charset="0"/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 descr="A finger pressing a green button">
            <a:extLst>
              <a:ext uri="{FF2B5EF4-FFF2-40B4-BE49-F238E27FC236}">
                <a16:creationId xmlns:a16="http://schemas.microsoft.com/office/drawing/2014/main" id="{25335693-727E-D8CD-AF67-7C0F1638C0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5915" y="2752725"/>
            <a:ext cx="2590800" cy="2266950"/>
          </a:xfrm>
          <a:prstGeom prst="rect">
            <a:avLst/>
          </a:prstGeom>
        </p:spPr>
      </p:pic>
      <p:pic>
        <p:nvPicPr>
          <p:cNvPr id="1028" name="Picture 4" descr="Cat Studying GIF by FutureLearn">
            <a:extLst>
              <a:ext uri="{FF2B5EF4-FFF2-40B4-BE49-F238E27FC236}">
                <a16:creationId xmlns:a16="http://schemas.microsoft.com/office/drawing/2014/main" id="{46467B07-E2F0-FDDB-1185-6357725CB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4381499"/>
            <a:ext cx="45720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148F6-50F5-E4A7-52E6-0660BD26233D}"/>
              </a:ext>
            </a:extLst>
          </p:cNvPr>
          <p:cNvSpPr txBox="1"/>
          <p:nvPr/>
        </p:nvSpPr>
        <p:spPr>
          <a:xfrm>
            <a:off x="10134600" y="656710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Images from giphy.com/gifs</a:t>
            </a:r>
          </a:p>
        </p:txBody>
      </p:sp>
    </p:spTree>
    <p:extLst>
      <p:ext uri="{BB962C8B-B14F-4D97-AF65-F5344CB8AC3E}">
        <p14:creationId xmlns:p14="http://schemas.microsoft.com/office/powerpoint/2010/main" val="10908310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An </a:t>
            </a:r>
            <a:r>
              <a:rPr lang="en-US" sz="4800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Event</a:t>
            </a:r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 in Programming Example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A66FF7B-B9AC-7147-F687-FD9D96E349F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506200" cy="5079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A different example from HTML web pages, a webpage finishing loading is also considered an </a:t>
            </a:r>
            <a:r>
              <a:rPr lang="en-US" sz="3600" b="1" dirty="0">
                <a:solidFill>
                  <a:srgbClr val="0000FF"/>
                </a:solidFill>
                <a:cs typeface="Courier New" panose="02070309020205020404" pitchFamily="49" charset="0"/>
              </a:rPr>
              <a:t>event</a:t>
            </a: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.</a:t>
            </a:r>
          </a:p>
          <a:p>
            <a:pPr marL="0" indent="0">
              <a:buFont typeface="Arial" pitchFamily="34" charset="0"/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  <p:pic>
        <p:nvPicPr>
          <p:cNvPr id="2058" name="Picture 10" descr="A How-to Guide on Making an Animated Loading Image for a ...">
            <a:extLst>
              <a:ext uri="{FF2B5EF4-FFF2-40B4-BE49-F238E27FC236}">
                <a16:creationId xmlns:a16="http://schemas.microsoft.com/office/drawing/2014/main" id="{E029048C-F9AD-7ACC-29F1-E2896E46A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048000"/>
            <a:ext cx="420052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148F6-50F5-E4A7-52E6-0660BD26233D}"/>
              </a:ext>
            </a:extLst>
          </p:cNvPr>
          <p:cNvSpPr txBox="1"/>
          <p:nvPr/>
        </p:nvSpPr>
        <p:spPr>
          <a:xfrm>
            <a:off x="10134600" y="6567100"/>
            <a:ext cx="3048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</a:rPr>
              <a:t>Images from giphy.com/gifs</a:t>
            </a:r>
          </a:p>
        </p:txBody>
      </p:sp>
    </p:spTree>
    <p:extLst>
      <p:ext uri="{BB962C8B-B14F-4D97-AF65-F5344CB8AC3E}">
        <p14:creationId xmlns:p14="http://schemas.microsoft.com/office/powerpoint/2010/main" val="13381096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Response to an Event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48100" y="3390900"/>
            <a:ext cx="11582400" cy="5079374"/>
          </a:xfrm>
        </p:spPr>
        <p:txBody>
          <a:bodyPr>
            <a:normAutofit/>
          </a:bodyPr>
          <a:lstStyle/>
          <a:p>
            <a:endParaRPr lang="en-US" dirty="0">
              <a:latin typeface="Candara" panose="020E0502030303020204" pitchFamily="34" charset="0"/>
            </a:endParaRPr>
          </a:p>
          <a:p>
            <a:pPr marL="0" indent="0"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A66FF7B-B9AC-7147-F687-FD9D96E349F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506200" cy="5079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When an </a:t>
            </a:r>
            <a:r>
              <a:rPr lang="en-US" sz="3600" b="1" dirty="0">
                <a:solidFill>
                  <a:srgbClr val="0000FF"/>
                </a:solidFill>
                <a:cs typeface="Courier New" panose="02070309020205020404" pitchFamily="49" charset="0"/>
              </a:rPr>
              <a:t>event</a:t>
            </a: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 happens, something should happen in </a:t>
            </a:r>
            <a:r>
              <a:rPr lang="en-US" sz="3600" b="1" dirty="0">
                <a:solidFill>
                  <a:srgbClr val="0000FF"/>
                </a:solidFill>
                <a:cs typeface="Courier New" panose="02070309020205020404" pitchFamily="49" charset="0"/>
              </a:rPr>
              <a:t>response</a:t>
            </a: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 to it.</a:t>
            </a:r>
          </a:p>
          <a:p>
            <a:pPr marL="0" indent="0">
              <a:buFont typeface="Arial" pitchFamily="34" charset="0"/>
              <a:buNone/>
            </a:pP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Code must be created to ensure that every event is understood, and the appropriate action fired in response.</a:t>
            </a:r>
          </a:p>
          <a:p>
            <a:pPr marL="0" indent="0">
              <a:buFont typeface="Arial" pitchFamily="34" charset="0"/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4697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Event Handlers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A66FF7B-B9AC-7147-F687-FD9D96E349F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506200" cy="5079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dirty="0">
                <a:solidFill>
                  <a:schemeClr val="bg1"/>
                </a:solidFill>
                <a:cs typeface="Courier New" panose="02070309020205020404" pitchFamily="49" charset="0"/>
              </a:rPr>
              <a:t>Using HTML as an example, programmers use JavaScript </a:t>
            </a:r>
            <a:r>
              <a:rPr lang="en-US" sz="2800" b="1" dirty="0">
                <a:solidFill>
                  <a:schemeClr val="bg1"/>
                </a:solidFill>
                <a:cs typeface="Courier New" panose="02070309020205020404" pitchFamily="49" charset="0"/>
              </a:rPr>
              <a:t>code to react to events</a:t>
            </a:r>
            <a:r>
              <a:rPr lang="en-US" sz="2800" dirty="0">
                <a:solidFill>
                  <a:schemeClr val="bg1"/>
                </a:solidFill>
                <a:cs typeface="Courier New" panose="02070309020205020404" pitchFamily="49" charset="0"/>
              </a:rPr>
              <a:t> such as user’s clicking on website buttons or links or when the webpage finishes loading.  </a:t>
            </a:r>
          </a:p>
          <a:p>
            <a:pPr marL="0" indent="0">
              <a:buFont typeface="Arial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cs typeface="Courier New" panose="02070309020205020404" pitchFamily="49" charset="0"/>
              </a:rPr>
              <a:t>Code that is written that reacts to events are called </a:t>
            </a:r>
            <a:r>
              <a:rPr lang="en-US" sz="2800" b="1" dirty="0">
                <a:solidFill>
                  <a:srgbClr val="0000FF"/>
                </a:solidFill>
                <a:cs typeface="Courier New" panose="02070309020205020404" pitchFamily="49" charset="0"/>
              </a:rPr>
              <a:t>event handlers</a:t>
            </a:r>
            <a:r>
              <a:rPr lang="en-US" sz="2800" dirty="0">
                <a:solidFill>
                  <a:schemeClr val="bg1"/>
                </a:solidFill>
                <a:cs typeface="Courier New" panose="02070309020205020404" pitchFamily="49" charset="0"/>
              </a:rPr>
              <a:t>.</a:t>
            </a:r>
          </a:p>
          <a:p>
            <a:pPr marL="0" indent="0">
              <a:buFont typeface="Arial" pitchFamily="34" charset="0"/>
              <a:buNone/>
            </a:pPr>
            <a:r>
              <a:rPr lang="en-US" sz="2800" dirty="0">
                <a:solidFill>
                  <a:schemeClr val="bg1"/>
                </a:solidFill>
                <a:cs typeface="Courier New" panose="02070309020205020404" pitchFamily="49" charset="0"/>
              </a:rPr>
              <a:t>Event handler code will verify user input, user actions, &amp; browser actions so the appropriate response occurs every time a page loads, when a page is closed, when a user clicks a button, when a user inputs data into a form, and so on.</a:t>
            </a:r>
          </a:p>
          <a:p>
            <a:pPr marL="0" indent="0">
              <a:buFont typeface="Arial" pitchFamily="34" charset="0"/>
              <a:buNone/>
            </a:pPr>
            <a:endParaRPr lang="en-US" sz="28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038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Examples of Events &amp; Event Handlers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46F2A5-F707-317E-1FCD-36C243AA626C}"/>
              </a:ext>
            </a:extLst>
          </p:cNvPr>
          <p:cNvSpPr/>
          <p:nvPr/>
        </p:nvSpPr>
        <p:spPr>
          <a:xfrm>
            <a:off x="1981200" y="1477736"/>
            <a:ext cx="2499402" cy="923330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bg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EVENTS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2BCDD1-21F0-0517-77B3-DCA42FA69D7B}"/>
              </a:ext>
            </a:extLst>
          </p:cNvPr>
          <p:cNvSpPr/>
          <p:nvPr/>
        </p:nvSpPr>
        <p:spPr>
          <a:xfrm>
            <a:off x="6417200" y="1477736"/>
            <a:ext cx="55595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bg1"/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EVENT HANDLERS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1C74BA76-0455-2DA8-4D60-6587C3BEFDAE}"/>
              </a:ext>
            </a:extLst>
          </p:cNvPr>
          <p:cNvSpPr txBox="1">
            <a:spLocks/>
          </p:cNvSpPr>
          <p:nvPr/>
        </p:nvSpPr>
        <p:spPr>
          <a:xfrm>
            <a:off x="568569" y="2612787"/>
            <a:ext cx="5334000" cy="6799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A new tab is opened in a browser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6C1B6AB-90A8-54C3-E828-4475F64DB676}"/>
              </a:ext>
            </a:extLst>
          </p:cNvPr>
          <p:cNvSpPr txBox="1">
            <a:spLocks/>
          </p:cNvSpPr>
          <p:nvPr/>
        </p:nvSpPr>
        <p:spPr>
          <a:xfrm>
            <a:off x="6434504" y="2612787"/>
            <a:ext cx="5528896" cy="67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Notification pops up on the webpage.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51109D3-6A4C-411F-541A-9AB508F6DF4D}"/>
              </a:ext>
            </a:extLst>
          </p:cNvPr>
          <p:cNvSpPr txBox="1">
            <a:spLocks/>
          </p:cNvSpPr>
          <p:nvPr/>
        </p:nvSpPr>
        <p:spPr>
          <a:xfrm>
            <a:off x="565639" y="3759447"/>
            <a:ext cx="5334000" cy="6799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Submit button is clicked on a form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B5F01FED-57D2-F6E9-A91F-95A80F8DD66A}"/>
              </a:ext>
            </a:extLst>
          </p:cNvPr>
          <p:cNvSpPr txBox="1">
            <a:spLocks/>
          </p:cNvSpPr>
          <p:nvPr/>
        </p:nvSpPr>
        <p:spPr>
          <a:xfrm>
            <a:off x="6434504" y="3777774"/>
            <a:ext cx="5334000" cy="67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Form is submitted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0DA4A97-79CD-E29D-90F6-7F59C1113BFA}"/>
              </a:ext>
            </a:extLst>
          </p:cNvPr>
          <p:cNvSpPr txBox="1">
            <a:spLocks/>
          </p:cNvSpPr>
          <p:nvPr/>
        </p:nvSpPr>
        <p:spPr>
          <a:xfrm>
            <a:off x="565639" y="4888891"/>
            <a:ext cx="5334000" cy="6799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Mouse click on a screen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8E984DBD-1DD5-51DB-6BA0-A9175A621BE3}"/>
              </a:ext>
            </a:extLst>
          </p:cNvPr>
          <p:cNvSpPr txBox="1">
            <a:spLocks/>
          </p:cNvSpPr>
          <p:nvPr/>
        </p:nvSpPr>
        <p:spPr>
          <a:xfrm>
            <a:off x="6434504" y="4888891"/>
            <a:ext cx="5334000" cy="67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Screen background color is changed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5363732-B88F-FC8C-52B3-12FE3A68F649}"/>
              </a:ext>
            </a:extLst>
          </p:cNvPr>
          <p:cNvSpPr txBox="1">
            <a:spLocks/>
          </p:cNvSpPr>
          <p:nvPr/>
        </p:nvSpPr>
        <p:spPr>
          <a:xfrm>
            <a:off x="565639" y="6018335"/>
            <a:ext cx="5334000" cy="6799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Total button is clicked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7304D2B-C24E-FC27-39EE-A8273F3E6657}"/>
              </a:ext>
            </a:extLst>
          </p:cNvPr>
          <p:cNvSpPr txBox="1">
            <a:spLocks/>
          </p:cNvSpPr>
          <p:nvPr/>
        </p:nvSpPr>
        <p:spPr>
          <a:xfrm>
            <a:off x="6434504" y="6000008"/>
            <a:ext cx="5334000" cy="6799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en-US" sz="2800" dirty="0">
                <a:solidFill>
                  <a:schemeClr val="bg1"/>
                </a:solidFill>
              </a:rPr>
              <a:t>Math calculation executes and displays result on screen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CE56749-5A56-EC96-35EA-AFDBB8520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9639" y="2819400"/>
            <a:ext cx="577361" cy="2870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C13A608-B521-DC4F-1B40-051CBB923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78391" y="3974203"/>
            <a:ext cx="577361" cy="2870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C4037BC-FBA5-818F-2631-24F63E46A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9639" y="5085320"/>
            <a:ext cx="577361" cy="2870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4DFDA3E-8DBE-6938-29E6-D63A5942F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99639" y="6209065"/>
            <a:ext cx="577361" cy="28707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0569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Synchronous vs. Asynchronous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5432911"/>
            <a:ext cx="5562601" cy="1143000"/>
          </a:xfrm>
          <a:solidFill>
            <a:schemeClr val="tx2">
              <a:lumMod val="7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b="1" dirty="0">
                <a:solidFill>
                  <a:schemeClr val="bg1"/>
                </a:solidFill>
              </a:rPr>
              <a:t>Asynchronicity Demonstration:</a:t>
            </a:r>
            <a:r>
              <a:rPr lang="en-US" altLang="en-US" sz="2400" dirty="0">
                <a:solidFill>
                  <a:schemeClr val="bg1"/>
                </a:solidFill>
              </a:rPr>
              <a:t> </a:t>
            </a:r>
            <a:r>
              <a:rPr lang="en-US" altLang="en-US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https://cse.unl.edu/~cbourke/PDCatUNL/module-asynch-demo.html</a:t>
            </a:r>
            <a:r>
              <a:rPr lang="en-US" altLang="en-US" dirty="0">
                <a:solidFill>
                  <a:srgbClr val="0000FF"/>
                </a:solidFill>
              </a:rPr>
              <a:t>  </a:t>
            </a:r>
            <a:endParaRPr lang="en-US" altLang="en-US" sz="2800" dirty="0">
              <a:solidFill>
                <a:srgbClr val="0000FF"/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A66FF7B-B9AC-7147-F687-FD9D96E349F7}"/>
              </a:ext>
            </a:extLst>
          </p:cNvPr>
          <p:cNvSpPr txBox="1">
            <a:spLocks/>
          </p:cNvSpPr>
          <p:nvPr/>
        </p:nvSpPr>
        <p:spPr>
          <a:xfrm>
            <a:off x="457199" y="1600200"/>
            <a:ext cx="5562601" cy="36803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Berlin Sans FB Demi" panose="020E0802020502020306" pitchFamily="34" charset="0"/>
                <a:cs typeface="Courier New" panose="02070309020205020404" pitchFamily="49" charset="0"/>
              </a:rPr>
              <a:t>Synchronous Event Handling</a:t>
            </a:r>
          </a:p>
          <a:p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Tasks happen in </a:t>
            </a:r>
            <a:r>
              <a:rPr lang="en-US" sz="2200" b="1" dirty="0">
                <a:solidFill>
                  <a:schemeClr val="bg1"/>
                </a:solidFill>
                <a:cs typeface="Courier New" panose="02070309020205020404" pitchFamily="49" charset="0"/>
              </a:rPr>
              <a:t>sequence</a:t>
            </a:r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, blocking each other.</a:t>
            </a:r>
          </a:p>
          <a:p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Events are handled </a:t>
            </a:r>
            <a:r>
              <a:rPr lang="en-US" sz="2200" b="1" dirty="0">
                <a:solidFill>
                  <a:schemeClr val="bg1"/>
                </a:solidFill>
                <a:cs typeface="Courier New" panose="02070309020205020404" pitchFamily="49" charset="0"/>
              </a:rPr>
              <a:t>sequentially</a:t>
            </a:r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en-US" sz="2200" b="1" dirty="0">
                <a:solidFill>
                  <a:schemeClr val="bg1"/>
                </a:solidFill>
                <a:cs typeface="Courier New" panose="02070309020205020404" pitchFamily="49" charset="0"/>
              </a:rPr>
              <a:t>1 at a time)</a:t>
            </a:r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, in order, blocking the program until each event is finished.</a:t>
            </a:r>
          </a:p>
          <a:p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Like standing in line at a checkout – each customer must finish before the next one can be served.</a:t>
            </a:r>
          </a:p>
          <a:p>
            <a:pPr marL="0" indent="0">
              <a:buFont typeface="Arial" pitchFamily="34" charset="0"/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B9ECE0F-B6C9-EAB8-D1DD-415CB7336C98}"/>
              </a:ext>
            </a:extLst>
          </p:cNvPr>
          <p:cNvSpPr txBox="1">
            <a:spLocks/>
          </p:cNvSpPr>
          <p:nvPr/>
        </p:nvSpPr>
        <p:spPr>
          <a:xfrm>
            <a:off x="6172200" y="1600200"/>
            <a:ext cx="5791200" cy="50793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sz="2800" b="1" dirty="0">
                <a:solidFill>
                  <a:schemeClr val="bg1"/>
                </a:solidFill>
                <a:latin typeface="Berlin Sans FB Demi" panose="020E0802020502020306" pitchFamily="34" charset="0"/>
                <a:cs typeface="Courier New" panose="02070309020205020404" pitchFamily="49" charset="0"/>
              </a:rPr>
              <a:t>Asynchronous Event Handling</a:t>
            </a:r>
            <a:endParaRPr lang="en-US" sz="2400" b="1" dirty="0">
              <a:solidFill>
                <a:schemeClr val="bg1"/>
              </a:solidFill>
              <a:latin typeface="Berlin Sans FB Demi" panose="020E0802020502020306" pitchFamily="34" charset="0"/>
              <a:cs typeface="Courier New" panose="02070309020205020404" pitchFamily="49" charset="0"/>
            </a:endParaRPr>
          </a:p>
          <a:p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Tasks can be scheduled and executed </a:t>
            </a:r>
            <a:r>
              <a:rPr lang="en-US" sz="2200" b="1" dirty="0">
                <a:solidFill>
                  <a:schemeClr val="bg1"/>
                </a:solidFill>
                <a:cs typeface="Courier New" panose="02070309020205020404" pitchFamily="49" charset="0"/>
              </a:rPr>
              <a:t>independently</a:t>
            </a:r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, without blocking the program.</a:t>
            </a:r>
          </a:p>
          <a:p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The program can keep running while an event handler is scheduled to run later.</a:t>
            </a:r>
          </a:p>
          <a:p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This avoids blocking and allows multiple tasks to progress </a:t>
            </a:r>
            <a:r>
              <a:rPr lang="en-US" sz="2200" b="1" dirty="0">
                <a:solidFill>
                  <a:schemeClr val="bg1"/>
                </a:solidFill>
                <a:cs typeface="Courier New" panose="02070309020205020404" pitchFamily="49" charset="0"/>
              </a:rPr>
              <a:t>concurrently</a:t>
            </a:r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 (</a:t>
            </a:r>
            <a:r>
              <a:rPr lang="en-US" sz="2200" b="1" dirty="0">
                <a:solidFill>
                  <a:schemeClr val="bg1"/>
                </a:solidFill>
                <a:cs typeface="Courier New" panose="02070309020205020404" pitchFamily="49" charset="0"/>
              </a:rPr>
              <a:t>at the same time</a:t>
            </a:r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)</a:t>
            </a:r>
          </a:p>
          <a:p>
            <a:r>
              <a:rPr lang="en-US" sz="2200" dirty="0">
                <a:solidFill>
                  <a:schemeClr val="bg1"/>
                </a:solidFill>
                <a:cs typeface="Courier New" panose="02070309020205020404" pitchFamily="49" charset="0"/>
              </a:rPr>
              <a:t>Like ordering at a restaurant and then sitting down – your food is prepared in the background while you can do other things until its ready.</a:t>
            </a:r>
          </a:p>
          <a:p>
            <a:pPr marL="0" indent="0">
              <a:buFont typeface="Arial" pitchFamily="34" charset="0"/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2696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B8FF-D2F7-38D0-20EA-3F5029F7AC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DD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GUIs</a:t>
            </a:r>
          </a:p>
        </p:txBody>
      </p:sp>
    </p:spTree>
    <p:extLst>
      <p:ext uri="{BB962C8B-B14F-4D97-AF65-F5344CB8AC3E}">
        <p14:creationId xmlns:p14="http://schemas.microsoft.com/office/powerpoint/2010/main" val="28040660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Graphical User Interfaces (GUIs)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A66FF7B-B9AC-7147-F687-FD9D96E349F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506200" cy="5079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A </a:t>
            </a:r>
            <a:r>
              <a:rPr lang="en-US" sz="3600" b="1" dirty="0">
                <a:solidFill>
                  <a:srgbClr val="0000FF"/>
                </a:solidFill>
                <a:cs typeface="Courier New" panose="02070309020205020404" pitchFamily="49" charset="0"/>
              </a:rPr>
              <a:t>graphical user interface (GUI) </a:t>
            </a: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is a </a:t>
            </a:r>
            <a:r>
              <a:rPr lang="en-US" sz="3600" b="1" dirty="0">
                <a:solidFill>
                  <a:schemeClr val="bg1"/>
                </a:solidFill>
                <a:cs typeface="Courier New" panose="02070309020205020404" pitchFamily="49" charset="0"/>
              </a:rPr>
              <a:t>visual</a:t>
            </a: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 interface that allows users to interact with electronic devices with buttons, links, menus, windows, dialogs, and other visual indicators.</a:t>
            </a:r>
          </a:p>
          <a:p>
            <a:pPr marL="0" indent="0">
              <a:buFont typeface="Arial" pitchFamily="34" charset="0"/>
              <a:buNone/>
            </a:pP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A GUI is often used instead of a text-based user interface because of its improved visual experience and understanding for users.</a:t>
            </a:r>
            <a:endParaRPr lang="en-US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1649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Building Graphical User Interfaces (GUIs) in C++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A66FF7B-B9AC-7147-F687-FD9D96E349F7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506200" cy="50793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There is not a built-in library for GUIs in C++, but you can create GUIs in C++ using 3</a:t>
            </a:r>
            <a:r>
              <a:rPr lang="en-US" sz="3600" baseline="30000" dirty="0">
                <a:solidFill>
                  <a:schemeClr val="bg1"/>
                </a:solidFill>
                <a:cs typeface="Courier New" panose="02070309020205020404" pitchFamily="49" charset="0"/>
              </a:rPr>
              <a:t>rd</a:t>
            </a: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 party GUI libraries built for C++.</a:t>
            </a:r>
          </a:p>
          <a:p>
            <a:pPr marL="0" indent="0">
              <a:buFont typeface="Arial" pitchFamily="34" charset="0"/>
              <a:buNone/>
            </a:pPr>
            <a:r>
              <a:rPr lang="en-US" sz="3600" b="1" dirty="0">
                <a:solidFill>
                  <a:srgbClr val="0000FF"/>
                </a:solidFill>
                <a:cs typeface="Courier New" panose="02070309020205020404" pitchFamily="49" charset="0"/>
              </a:rPr>
              <a:t>Popular GUI Libraries for C++</a:t>
            </a:r>
          </a:p>
          <a:p>
            <a:pPr marL="742950" indent="-742950">
              <a:buFont typeface="Arial" pitchFamily="34" charset="0"/>
              <a:buAutoNum type="arabicPeriod"/>
            </a:pPr>
            <a:r>
              <a:rPr lang="en-US" sz="3600" dirty="0" err="1">
                <a:solidFill>
                  <a:schemeClr val="bg1"/>
                </a:solidFill>
                <a:cs typeface="Courier New" panose="02070309020205020404" pitchFamily="49" charset="0"/>
              </a:rPr>
              <a:t>gtkmm</a:t>
            </a:r>
            <a:endParaRPr lang="en-US" sz="36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742950" indent="-742950">
              <a:buFont typeface="Arial" pitchFamily="34" charset="0"/>
              <a:buAutoNum type="arabicPeriod"/>
            </a:pP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Qt</a:t>
            </a:r>
          </a:p>
          <a:p>
            <a:pPr marL="742950" indent="-742950">
              <a:buFont typeface="Arial" pitchFamily="34" charset="0"/>
              <a:buAutoNum type="arabicPeriod"/>
            </a:pPr>
            <a:r>
              <a:rPr lang="en-US" sz="3600" dirty="0" err="1">
                <a:solidFill>
                  <a:schemeClr val="bg1"/>
                </a:solidFill>
                <a:cs typeface="Courier New" panose="02070309020205020404" pitchFamily="49" charset="0"/>
              </a:rPr>
              <a:t>wxWidgets</a:t>
            </a:r>
            <a:endParaRPr lang="en-US" sz="36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742950" indent="-742950">
              <a:buFont typeface="Arial" pitchFamily="34" charset="0"/>
              <a:buAutoNum type="arabicPeriod"/>
            </a:pPr>
            <a:r>
              <a:rPr lang="en-US" sz="3600" dirty="0">
                <a:solidFill>
                  <a:schemeClr val="bg1"/>
                </a:solidFill>
                <a:cs typeface="Courier New" panose="02070309020205020404" pitchFamily="49" charset="0"/>
              </a:rPr>
              <a:t>Dear </a:t>
            </a:r>
            <a:r>
              <a:rPr lang="en-US" sz="3600" dirty="0" err="1">
                <a:solidFill>
                  <a:schemeClr val="bg1"/>
                </a:solidFill>
                <a:cs typeface="Courier New" panose="02070309020205020404" pitchFamily="49" charset="0"/>
              </a:rPr>
              <a:t>ImuGui</a:t>
            </a:r>
            <a:endParaRPr lang="en-US" sz="3600" dirty="0">
              <a:solidFill>
                <a:schemeClr val="bg1"/>
              </a:solidFill>
              <a:cs typeface="Courier New" panose="02070309020205020404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US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3356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F29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B8FF-D2F7-38D0-20EA-3F5029F7ACA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DD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Overloaded Operators</a:t>
            </a:r>
            <a:b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</a:br>
            <a:r>
              <a:rPr lang="en-US" dirty="0">
                <a:solidFill>
                  <a:srgbClr val="4F2984"/>
                </a:solidFill>
                <a:latin typeface="Berlin Sans FB Demi" panose="020E0802020502020306" pitchFamily="34" charset="0"/>
              </a:rPr>
              <a:t>(Advanced Topic in Preparation for CSC 1310)</a:t>
            </a:r>
          </a:p>
        </p:txBody>
      </p:sp>
    </p:spTree>
    <p:extLst>
      <p:ext uri="{BB962C8B-B14F-4D97-AF65-F5344CB8AC3E}">
        <p14:creationId xmlns:p14="http://schemas.microsoft.com/office/powerpoint/2010/main" val="14105621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582400" cy="1143000"/>
          </a:xfrm>
          <a:solidFill>
            <a:srgbClr val="FFDD00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4F2984"/>
                </a:solidFill>
                <a:latin typeface="Amasis MT Pro Black" panose="02040A04050005020304" pitchFamily="18" charset="0"/>
              </a:rPr>
              <a:t>Overloaded Operators</a:t>
            </a:r>
            <a:endParaRPr b="1" dirty="0">
              <a:solidFill>
                <a:srgbClr val="4F2984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132A2-588D-101C-620C-F52D34EC4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600200"/>
            <a:ext cx="11582400" cy="5079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1"/>
                </a:solidFill>
              </a:rPr>
              <a:t>In the “</a:t>
            </a:r>
            <a:r>
              <a:rPr lang="en-US" sz="2800" b="1" dirty="0">
                <a:solidFill>
                  <a:schemeClr val="bg1"/>
                </a:solidFill>
              </a:rPr>
              <a:t>Other Class Examples</a:t>
            </a:r>
            <a:r>
              <a:rPr lang="en-US" sz="2800" dirty="0">
                <a:solidFill>
                  <a:schemeClr val="bg1"/>
                </a:solidFill>
              </a:rPr>
              <a:t>” folder.  These classes have functions that overload operators.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Student.h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– so you can look at what a Student class would look like (to compare to a Student struct).  Contains functions to overload some operators (&gt;, &lt;, and &lt;&lt;)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Animal.h</a:t>
            </a:r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– demonstrates a function to overload &lt;&lt; and ==.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b="1" dirty="0" err="1">
                <a:solidFill>
                  <a:schemeClr val="bg1"/>
                </a:solidFill>
                <a:highlight>
                  <a:srgbClr val="FFFF00"/>
                </a:highlight>
              </a:rPr>
              <a:t>Song.h</a:t>
            </a:r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– demonstrates an overloaded &lt;&lt;.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2800" b="1" dirty="0">
                <a:solidFill>
                  <a:schemeClr val="bg1"/>
                </a:solidFill>
                <a:highlight>
                  <a:srgbClr val="00FF00"/>
                </a:highlight>
              </a:rPr>
              <a:t>Driver.cpp </a:t>
            </a:r>
            <a:r>
              <a:rPr lang="en-US" sz="2800" dirty="0">
                <a:solidFill>
                  <a:schemeClr val="bg1"/>
                </a:solidFill>
              </a:rPr>
              <a:t>– a program that creates instances of all three classes – Student, Animal, and Song!</a:t>
            </a:r>
          </a:p>
          <a:p>
            <a:pPr marL="742950" indent="-742950">
              <a:buFont typeface="+mj-lt"/>
              <a:buAutoNum type="arabicPeriod"/>
            </a:pPr>
            <a:endParaRPr lang="en-US" sz="2800" dirty="0">
              <a:solidFill>
                <a:srgbClr val="0070C0"/>
              </a:solidFill>
            </a:endParaRPr>
          </a:p>
          <a:p>
            <a:endParaRPr lang="en-US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6883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g wearing headphones and a video game controller">
            <a:extLst>
              <a:ext uri="{FF2B5EF4-FFF2-40B4-BE49-F238E27FC236}">
                <a16:creationId xmlns:a16="http://schemas.microsoft.com/office/drawing/2014/main" id="{54F94487-F77C-90A9-C171-906B2C8AE0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-45719"/>
            <a:ext cx="109728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82E455-4439-C897-8581-298FD0F11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 rot="20399456">
            <a:off x="7820749" y="4562743"/>
            <a:ext cx="3293103" cy="175432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Module 11</a:t>
            </a:r>
          </a:p>
        </p:txBody>
      </p:sp>
    </p:spTree>
    <p:extLst>
      <p:ext uri="{BB962C8B-B14F-4D97-AF65-F5344CB8AC3E}">
        <p14:creationId xmlns:p14="http://schemas.microsoft.com/office/powerpoint/2010/main" val="4064702798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SLIDES_Module 1 Introduction.pptx" id="{B5FD89DB-7F67-4F4B-96B0-D41FA4B05874}" vid="{7A36F394-356C-4D06-A8D0-BA5D68A74538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30C191A4F5C54BAC11196ACFD065C0" ma:contentTypeVersion="12" ma:contentTypeDescription="Create a new document." ma:contentTypeScope="" ma:versionID="92d787d678dd6f3764932783920f5cce">
  <xsd:schema xmlns:xsd="http://www.w3.org/2001/XMLSchema" xmlns:xs="http://www.w3.org/2001/XMLSchema" xmlns:p="http://schemas.microsoft.com/office/2006/metadata/properties" xmlns:ns2="7d82335c-2c29-423a-8e1d-221b76a59c5a" xmlns:ns3="71a01256-664b-4da4-b4dd-5beed58790e5" targetNamespace="http://schemas.microsoft.com/office/2006/metadata/properties" ma:root="true" ma:fieldsID="b835db4a27cac5e0123106fad97b6cee" ns2:_="" ns3:_="">
    <xsd:import namespace="7d82335c-2c29-423a-8e1d-221b76a59c5a"/>
    <xsd:import namespace="71a01256-664b-4da4-b4dd-5beed58790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82335c-2c29-423a-8e1d-221b76a59c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1ec41815-f866-473a-a3ba-291165dbb8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01256-664b-4da4-b4dd-5beed58790e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4797d56-e4a9-4631-963f-93f44e72cd01}" ma:internalName="TaxCatchAll" ma:showField="CatchAllData" ma:web="71a01256-664b-4da4-b4dd-5beed58790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d82335c-2c29-423a-8e1d-221b76a59c5a">
      <Terms xmlns="http://schemas.microsoft.com/office/infopath/2007/PartnerControls"/>
    </lcf76f155ced4ddcb4097134ff3c332f>
    <TaxCatchAll xmlns="71a01256-664b-4da4-b4dd-5beed58790e5" xsi:nil="true"/>
  </documentManagement>
</p:properties>
</file>

<file path=customXml/itemProps1.xml><?xml version="1.0" encoding="utf-8"?>
<ds:datastoreItem xmlns:ds="http://schemas.openxmlformats.org/officeDocument/2006/customXml" ds:itemID="{1A72B363-2551-452B-8AA8-62B18E4026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82335c-2c29-423a-8e1d-221b76a59c5a"/>
    <ds:schemaRef ds:uri="71a01256-664b-4da4-b4dd-5beed58790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EA2A6F1-82BD-4AC7-8389-669F284C50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187071D-8540-4916-A05D-48D5052D6B3F}">
  <ds:schemaRefs>
    <ds:schemaRef ds:uri="http://schemas.microsoft.com/office/2006/metadata/properties"/>
    <ds:schemaRef ds:uri="http://schemas.microsoft.com/office/infopath/2007/PartnerControls"/>
    <ds:schemaRef ds:uri="7d82335c-2c29-423a-8e1d-221b76a59c5a"/>
    <ds:schemaRef ds:uri="71a01256-664b-4da4-b4dd-5beed58790e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2042</TotalTime>
  <Words>2630</Words>
  <Application>Microsoft Office PowerPoint</Application>
  <PresentationFormat>Widescreen</PresentationFormat>
  <Paragraphs>343</Paragraphs>
  <Slides>49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Amasis MT Pro Black</vt:lpstr>
      <vt:lpstr>Arial</vt:lpstr>
      <vt:lpstr>Berlin Sans FB Demi</vt:lpstr>
      <vt:lpstr>Candara</vt:lpstr>
      <vt:lpstr>Consolas</vt:lpstr>
      <vt:lpstr>Courier New</vt:lpstr>
      <vt:lpstr>Wingdings</vt:lpstr>
      <vt:lpstr>Tech Computer 16x9</vt:lpstr>
      <vt:lpstr>Module 11: Classes, Objects, &amp; Event Handling</vt:lpstr>
      <vt:lpstr>Module 11 Objectives</vt:lpstr>
      <vt:lpstr>Introduction to Classes &amp; Objects</vt:lpstr>
      <vt:lpstr>Class Concept</vt:lpstr>
      <vt:lpstr>Struct vs. Class</vt:lpstr>
      <vt:lpstr>Classes Contain Attributes &amp; Member Functions</vt:lpstr>
      <vt:lpstr>Data Hiding with Classes</vt:lpstr>
      <vt:lpstr>Object Reusability with Classes</vt:lpstr>
      <vt:lpstr>Object Interface &amp; Classes</vt:lpstr>
      <vt:lpstr>Class Syntax</vt:lpstr>
      <vt:lpstr>Class Declaration</vt:lpstr>
      <vt:lpstr>Defining the Book Class</vt:lpstr>
      <vt:lpstr>Create an Object (Instance) of the Book Class</vt:lpstr>
      <vt:lpstr>Private &amp; Public Access Specifiers</vt:lpstr>
      <vt:lpstr>More about Access Specifiers</vt:lpstr>
      <vt:lpstr>Class Member Function Definition</vt:lpstr>
      <vt:lpstr>Class Member Function Definition: const</vt:lpstr>
      <vt:lpstr>Module 11 In-Class Practice 1</vt:lpstr>
      <vt:lpstr>Class Member Functions: Mutators, Accessors, &amp;  Private Helpers</vt:lpstr>
      <vt:lpstr>Mutator/Setter Functions</vt:lpstr>
      <vt:lpstr>Accessor/Getter Functions</vt:lpstr>
      <vt:lpstr>Private Member Functions</vt:lpstr>
      <vt:lpstr>Code Organization  Separating Specification from Implementation</vt:lpstr>
      <vt:lpstr>Class Examples</vt:lpstr>
      <vt:lpstr>Module 11 In-Class Practice 2</vt:lpstr>
      <vt:lpstr>Constructor Member Functions</vt:lpstr>
      <vt:lpstr>Constructors</vt:lpstr>
      <vt:lpstr>Default Constructors vs. Overloaded Constructors</vt:lpstr>
      <vt:lpstr>Constructors Examples</vt:lpstr>
      <vt:lpstr>Module 11 In-Class Practice 3</vt:lpstr>
      <vt:lpstr>“this” Implicit Parameter</vt:lpstr>
      <vt:lpstr>The “this” Implicit Parameter</vt:lpstr>
      <vt:lpstr>Destructor  Member Function</vt:lpstr>
      <vt:lpstr>Destructors</vt:lpstr>
      <vt:lpstr>Class Example with a Destructor</vt:lpstr>
      <vt:lpstr>Event Handling</vt:lpstr>
      <vt:lpstr>Overly Complicated Machine (open a fortune cookie) An example to show events &amp; responses.</vt:lpstr>
      <vt:lpstr>An Event in Programming</vt:lpstr>
      <vt:lpstr>An Event in Programming Example</vt:lpstr>
      <vt:lpstr>Response to an Event</vt:lpstr>
      <vt:lpstr>Event Handlers</vt:lpstr>
      <vt:lpstr>Examples of Events &amp; Event Handlers</vt:lpstr>
      <vt:lpstr>Synchronous vs. Asynchronous</vt:lpstr>
      <vt:lpstr>GUIs</vt:lpstr>
      <vt:lpstr>Graphical User Interfaces (GUIs)</vt:lpstr>
      <vt:lpstr>Building Graphical User Interfaces (GUIs) in C++</vt:lpstr>
      <vt:lpstr>Overloaded Operators (Advanced Topic in Preparation for CSC 1310)</vt:lpstr>
      <vt:lpstr>Overloaded Operators</vt:lpstr>
      <vt:lpstr>END of Module 11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</dc:title>
  <dc:creator>Crockett, April</dc:creator>
  <cp:lastModifiedBy>Crockett, April</cp:lastModifiedBy>
  <cp:revision>120</cp:revision>
  <dcterms:created xsi:type="dcterms:W3CDTF">2022-06-27T15:30:11Z</dcterms:created>
  <dcterms:modified xsi:type="dcterms:W3CDTF">2026-04-17T13:29:47Z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0x0101005230C191A4F5C54BAC11196ACFD065C0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