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58" r:id="rId4"/>
  </p:sldMasterIdLst>
  <p:notesMasterIdLst>
    <p:notesMasterId r:id="rId20"/>
  </p:notesMasterIdLst>
  <p:handoutMasterIdLst>
    <p:handoutMasterId r:id="rId21"/>
  </p:handoutMasterIdLst>
  <p:sldIdLst>
    <p:sldId id="410" r:id="rId5"/>
    <p:sldId id="391" r:id="rId6"/>
    <p:sldId id="419" r:id="rId7"/>
    <p:sldId id="403" r:id="rId8"/>
    <p:sldId id="412" r:id="rId9"/>
    <p:sldId id="423" r:id="rId10"/>
    <p:sldId id="413" r:id="rId11"/>
    <p:sldId id="424" r:id="rId12"/>
    <p:sldId id="420" r:id="rId13"/>
    <p:sldId id="415" r:id="rId14"/>
    <p:sldId id="425" r:id="rId15"/>
    <p:sldId id="421" r:id="rId16"/>
    <p:sldId id="417" r:id="rId17"/>
    <p:sldId id="426" r:id="rId18"/>
    <p:sldId id="422" r:id="rId19"/>
  </p:sldIdLst>
  <p:sldSz cx="12192000" cy="6858000"/>
  <p:notesSz cx="7010400" cy="9236075"/>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2" name="Author"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627FD88-6CCA-B87A-5891-2AED4F461F47}" v="2" dt="2024-11-05T19:36:38.092"/>
    <p1510:client id="{B8BF0FC3-2A02-1687-E2D4-7C0E46F73CAC}" v="1" dt="2024-11-05T22:51:56.228"/>
  </p1510:revLst>
</p1510:revInfo>
</file>

<file path=ppt/tableStyles.xml><?xml version="1.0" encoding="utf-8"?>
<a:tblStyleLst xmlns:a="http://schemas.openxmlformats.org/drawingml/2006/main" def="{8A107856-5554-42FB-B03E-39F5DBC370B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C2FFA5D-87B4-456A-9821-1D502468CF0F}" styleName="Themed Style 1 - Accent 1">
    <a:tblBg>
      <a:fillRef idx="2">
        <a:schemeClr val="accent1"/>
      </a:fillRef>
      <a:effectRef idx="1">
        <a:schemeClr val="accent1"/>
      </a:effectRef>
    </a:tblBg>
    <a:wholeTbl>
      <a:tcTxStyle>
        <a:fontRef idx="minor">
          <a:scrgbClr r="0" g="0" b="0"/>
        </a:fontRef>
        <a:schemeClr val="dk1"/>
      </a:tcTxStyle>
      <a:tcStyle>
        <a:tcBdr>
          <a:left>
            <a:lnRef idx="1">
              <a:schemeClr val="accent1"/>
            </a:lnRef>
          </a:left>
          <a:right>
            <a:lnRef idx="1">
              <a:schemeClr val="accent1"/>
            </a:lnRef>
          </a:right>
          <a:top>
            <a:lnRef idx="1">
              <a:schemeClr val="accent1"/>
            </a:lnRef>
          </a:top>
          <a:bottom>
            <a:lnRef idx="1">
              <a:schemeClr val="accent1"/>
            </a:lnRef>
          </a:bottom>
          <a:insideH>
            <a:lnRef idx="1">
              <a:schemeClr val="accent1"/>
            </a:lnRef>
          </a:insideH>
          <a:insideV>
            <a:lnRef idx="1">
              <a:schemeClr val="accent1"/>
            </a:lnRef>
          </a:insideV>
        </a:tcBdr>
        <a:fill>
          <a:noFill/>
        </a:fill>
      </a:tcStyle>
    </a:wholeTbl>
    <a:band1H>
      <a:tcStyle>
        <a:tcBdr/>
        <a:fill>
          <a:solidFill>
            <a:schemeClr val="accent1">
              <a:alpha val="40000"/>
            </a:schemeClr>
          </a:solidFill>
        </a:fill>
      </a:tcStyle>
    </a:band1H>
    <a:band2H>
      <a:tcStyle>
        <a:tcBdr/>
      </a:tcStyle>
    </a:band2H>
    <a:band1V>
      <a:tcStyle>
        <a:tcBdr>
          <a:top>
            <a:lnRef idx="1">
              <a:schemeClr val="accent1"/>
            </a:lnRef>
          </a:top>
          <a:bottom>
            <a:lnRef idx="1">
              <a:schemeClr val="accent1"/>
            </a:lnRef>
          </a:bottom>
        </a:tcBdr>
        <a:fill>
          <a:solidFill>
            <a:schemeClr val="accent1">
              <a:alpha val="40000"/>
            </a:schemeClr>
          </a:solidFill>
        </a:fill>
      </a:tcStyle>
    </a:band1V>
    <a:band2V>
      <a:tcStyle>
        <a:tcBdr/>
      </a:tcStyle>
    </a:band2V>
    <a:lastCol>
      <a:tcTxStyle b="on"/>
      <a:tcStyle>
        <a:tcBdr>
          <a:left>
            <a:lnRef idx="2">
              <a:schemeClr val="accent1"/>
            </a:lnRef>
          </a:left>
          <a:right>
            <a:lnRef idx="1">
              <a:schemeClr val="accent1"/>
            </a:lnRef>
          </a:right>
          <a:top>
            <a:lnRef idx="1">
              <a:schemeClr val="accent1"/>
            </a:lnRef>
          </a:top>
          <a:bottom>
            <a:lnRef idx="1">
              <a:schemeClr val="accent1"/>
            </a:lnRef>
          </a:bottom>
          <a:insideH>
            <a:lnRef idx="1">
              <a:schemeClr val="accent1"/>
            </a:lnRef>
          </a:insideH>
          <a:insideV>
            <a:ln>
              <a:noFill/>
            </a:ln>
          </a:insideV>
        </a:tcBdr>
      </a:tcStyle>
    </a:lastCol>
    <a:firstCol>
      <a:tcTxStyle b="on"/>
      <a:tcStyle>
        <a:tcBdr>
          <a:left>
            <a:lnRef idx="1">
              <a:schemeClr val="accent1"/>
            </a:lnRef>
          </a:left>
          <a:right>
            <a:lnRef idx="2">
              <a:schemeClr val="accent1"/>
            </a:lnRef>
          </a:right>
          <a:top>
            <a:lnRef idx="1">
              <a:schemeClr val="accent1"/>
            </a:lnRef>
          </a:top>
          <a:bottom>
            <a:lnRef idx="1">
              <a:schemeClr val="accent1"/>
            </a:lnRef>
          </a:bottom>
          <a:insideH>
            <a:lnRef idx="1">
              <a:schemeClr val="accent1"/>
            </a:lnRef>
          </a:insideH>
          <a:insideV>
            <a:ln>
              <a:noFill/>
            </a:ln>
          </a:insideV>
        </a:tcBdr>
      </a:tcStyle>
    </a:firstCol>
    <a:lastRow>
      <a:tcTxStyle b="on"/>
      <a:tcStyle>
        <a:tcBdr>
          <a:left>
            <a:lnRef idx="1">
              <a:schemeClr val="accent1"/>
            </a:lnRef>
          </a:left>
          <a:right>
            <a:lnRef idx="1">
              <a:schemeClr val="accent1"/>
            </a:lnRef>
          </a:right>
          <a:top>
            <a:lnRef idx="2">
              <a:schemeClr val="accent1"/>
            </a:lnRef>
          </a:top>
          <a:bottom>
            <a:lnRef idx="2">
              <a:schemeClr val="accent1"/>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1"/>
            </a:lnRef>
          </a:left>
          <a:right>
            <a:lnRef idx="1">
              <a:schemeClr val="accent1"/>
            </a:lnRef>
          </a:right>
          <a:top>
            <a:lnRef idx="1">
              <a:schemeClr val="accent1"/>
            </a:lnRef>
          </a:top>
          <a:bottom>
            <a:lnRef idx="2">
              <a:schemeClr val="lt1"/>
            </a:lnRef>
          </a:bottom>
          <a:insideH>
            <a:ln>
              <a:noFill/>
            </a:ln>
          </a:insideH>
          <a:insideV>
            <a:ln>
              <a:noFill/>
            </a:ln>
          </a:insideV>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8A107856-5554-42FB-B03E-39F5DBC370BA}" styleName="Medium Style 4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solidFill>
            <a:schemeClr val="accent2">
              <a:tint val="20000"/>
            </a:schemeClr>
          </a:solidFill>
        </a:fill>
      </a:tcStyle>
    </a:wholeTbl>
    <a:band1H>
      <a:tcStyle>
        <a:tcBdr/>
        <a:fill>
          <a:solidFill>
            <a:schemeClr val="accent2">
              <a:tint val="40000"/>
            </a:schemeClr>
          </a:solidFill>
        </a:fill>
      </a:tcStyle>
    </a:band1H>
    <a:band1V>
      <a:tcStyle>
        <a:tcBdr/>
        <a:fill>
          <a:solidFill>
            <a:schemeClr val="accent2">
              <a:tint val="40000"/>
            </a:schemeClr>
          </a:solidFill>
        </a:fill>
      </a:tcStyle>
    </a:band1V>
    <a:lastCol>
      <a:tcTxStyle b="on"/>
      <a:tcStyle>
        <a:tcBdr/>
      </a:tcStyle>
    </a:lastCol>
    <a:firstCol>
      <a:tcTxStyle b="on"/>
      <a:tcStyle>
        <a:tcBdr/>
      </a:tcStyle>
    </a:firstCol>
    <a:lastRow>
      <a:tcTxStyle b="on"/>
      <a:tcStyle>
        <a:tcBdr>
          <a:top>
            <a:ln w="25400" cmpd="sng">
              <a:solidFill>
                <a:schemeClr val="accent2"/>
              </a:solidFill>
            </a:ln>
          </a:top>
        </a:tcBdr>
        <a:fill>
          <a:solidFill>
            <a:schemeClr val="accent2">
              <a:tint val="20000"/>
            </a:schemeClr>
          </a:solidFill>
        </a:fill>
      </a:tcStyle>
    </a:lastRow>
    <a:firstRow>
      <a:tcTxStyle b="on"/>
      <a:tcStyle>
        <a:tcBdr/>
        <a:fill>
          <a:solidFill>
            <a:schemeClr val="accent2">
              <a:tint val="20000"/>
            </a:schemeClr>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705" autoAdjust="0"/>
    <p:restoredTop sz="95259" autoAdjust="0"/>
  </p:normalViewPr>
  <p:slideViewPr>
    <p:cSldViewPr snapToGrid="0">
      <p:cViewPr varScale="1">
        <p:scale>
          <a:sx n="115" d="100"/>
          <a:sy n="115" d="100"/>
        </p:scale>
        <p:origin x="1296" y="192"/>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tableStyles" Target="tableStyles.xml"/><Relationship Id="rId3" Type="http://schemas.openxmlformats.org/officeDocument/2006/relationships/customXml" Target="../customXml/item3.xml"/><Relationship Id="rId21" Type="http://schemas.openxmlformats.org/officeDocument/2006/relationships/handoutMaster" Target="handoutMasters/handoutMaster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presProps" Target="presProps.xml"/><Relationship Id="rId28" Type="http://schemas.microsoft.com/office/2018/10/relationships/authors" Target="author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commentAuthors" Target="commentAuthors.xml"/><Relationship Id="rId27" Type="http://schemas.microsoft.com/office/2015/10/relationships/revisionInfo" Target="revisionInfo.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08F6756E-81DA-9FAC-70D8-556F658BDDA8}"/>
              </a:ext>
            </a:extLst>
          </p:cNvPr>
          <p:cNvSpPr>
            <a:spLocks noGrp="1"/>
          </p:cNvSpPr>
          <p:nvPr>
            <p:ph type="dt" sz="quarter" idx="1"/>
          </p:nvPr>
        </p:nvSpPr>
        <p:spPr>
          <a:xfrm>
            <a:off x="3970938" y="0"/>
            <a:ext cx="3037840" cy="463408"/>
          </a:xfrm>
          <a:prstGeom prst="rect">
            <a:avLst/>
          </a:prstGeom>
        </p:spPr>
        <p:txBody>
          <a:bodyPr vert="horz" lIns="92830" tIns="46415" rIns="92830" bIns="46415" rtlCol="0"/>
          <a:lstStyle>
            <a:lvl1pPr algn="r">
              <a:defRPr sz="1200"/>
            </a:lvl1pPr>
          </a:lstStyle>
          <a:p>
            <a:fld id="{1EBEDD12-BCD5-485B-BCBC-34BB01D7923C}" type="datetimeFigureOut">
              <a:rPr lang="en-US" smtClean="0"/>
              <a:t>7/29/26</a:t>
            </a:fld>
            <a:endParaRPr lang="en-US"/>
          </a:p>
        </p:txBody>
      </p:sp>
      <p:sp>
        <p:nvSpPr>
          <p:cNvPr id="6" name="Slide Number Placeholder 5">
            <a:extLst>
              <a:ext uri="{FF2B5EF4-FFF2-40B4-BE49-F238E27FC236}">
                <a16:creationId xmlns:a16="http://schemas.microsoft.com/office/drawing/2014/main" id="{A771D415-D05A-7067-CCD3-457153D96CD8}"/>
              </a:ext>
            </a:extLst>
          </p:cNvPr>
          <p:cNvSpPr>
            <a:spLocks noGrp="1"/>
          </p:cNvSpPr>
          <p:nvPr>
            <p:ph type="sldNum" sz="quarter" idx="3"/>
          </p:nvPr>
        </p:nvSpPr>
        <p:spPr>
          <a:xfrm>
            <a:off x="3970938" y="8772669"/>
            <a:ext cx="3037840" cy="463407"/>
          </a:xfrm>
          <a:prstGeom prst="rect">
            <a:avLst/>
          </a:prstGeom>
        </p:spPr>
        <p:txBody>
          <a:bodyPr vert="horz" lIns="92830" tIns="46415" rIns="92830" bIns="46415" rtlCol="0" anchor="b"/>
          <a:lstStyle>
            <a:lvl1pPr algn="r">
              <a:defRPr sz="1200"/>
            </a:lvl1pPr>
          </a:lstStyle>
          <a:p>
            <a:fld id="{E2C230DF-5933-439D-898F-38E9AC9BA688}" type="slidenum">
              <a:rPr lang="en-US" smtClean="0"/>
              <a:t>‹#›</a:t>
            </a:fld>
            <a:endParaRPr lang="en-US"/>
          </a:p>
        </p:txBody>
      </p:sp>
      <p:sp>
        <p:nvSpPr>
          <p:cNvPr id="7" name="Footer Placeholder 6">
            <a:extLst>
              <a:ext uri="{FF2B5EF4-FFF2-40B4-BE49-F238E27FC236}">
                <a16:creationId xmlns:a16="http://schemas.microsoft.com/office/drawing/2014/main" id="{B97095E3-54D2-CFD2-4F49-7536FC8641DE}"/>
              </a:ext>
            </a:extLst>
          </p:cNvPr>
          <p:cNvSpPr>
            <a:spLocks noGrp="1"/>
          </p:cNvSpPr>
          <p:nvPr>
            <p:ph type="ftr" sz="quarter" idx="2"/>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8" name="Header Placeholder 7">
            <a:extLst>
              <a:ext uri="{FF2B5EF4-FFF2-40B4-BE49-F238E27FC236}">
                <a16:creationId xmlns:a16="http://schemas.microsoft.com/office/drawing/2014/main" id="{521EE01A-C0B5-5ECF-96DD-768F86AA15C4}"/>
              </a:ext>
            </a:extLst>
          </p:cNvPr>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Tree>
    <p:extLst>
      <p:ext uri="{BB962C8B-B14F-4D97-AF65-F5344CB8AC3E}">
        <p14:creationId xmlns:p14="http://schemas.microsoft.com/office/powerpoint/2010/main" val="265322844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8"/>
          </a:xfrm>
          <a:prstGeom prst="rect">
            <a:avLst/>
          </a:prstGeom>
        </p:spPr>
        <p:txBody>
          <a:bodyPr vert="horz" lIns="92830" tIns="46415" rIns="92830" bIns="46415" rtlCol="0"/>
          <a:lstStyle>
            <a:lvl1pPr algn="l">
              <a:defRPr sz="1200"/>
            </a:lvl1pPr>
          </a:lstStyle>
          <a:p>
            <a:endParaRPr lang="en-US"/>
          </a:p>
        </p:txBody>
      </p:sp>
      <p:sp>
        <p:nvSpPr>
          <p:cNvPr id="3" name="Date Placeholder 2"/>
          <p:cNvSpPr>
            <a:spLocks noGrp="1"/>
          </p:cNvSpPr>
          <p:nvPr>
            <p:ph type="dt" idx="1"/>
          </p:nvPr>
        </p:nvSpPr>
        <p:spPr>
          <a:xfrm>
            <a:off x="3970938" y="0"/>
            <a:ext cx="3037840" cy="463408"/>
          </a:xfrm>
          <a:prstGeom prst="rect">
            <a:avLst/>
          </a:prstGeom>
        </p:spPr>
        <p:txBody>
          <a:bodyPr vert="horz" lIns="92830" tIns="46415" rIns="92830" bIns="46415" rtlCol="0"/>
          <a:lstStyle>
            <a:lvl1pPr algn="r">
              <a:defRPr sz="1200"/>
            </a:lvl1pPr>
          </a:lstStyle>
          <a:p>
            <a:fld id="{6EE7A52F-9D89-7442-A8E9-48D1527B5F6B}" type="datetimeFigureOut">
              <a:rPr lang="en-US" smtClean="0"/>
              <a:t>7/29/26</a:t>
            </a:fld>
            <a:endParaRPr lang="en-US"/>
          </a:p>
        </p:txBody>
      </p:sp>
      <p:sp>
        <p:nvSpPr>
          <p:cNvPr id="4" name="Slide Image Placeholder 3"/>
          <p:cNvSpPr>
            <a:spLocks noGrp="1" noRot="1" noChangeAspect="1"/>
          </p:cNvSpPr>
          <p:nvPr>
            <p:ph type="sldImg" idx="2"/>
          </p:nvPr>
        </p:nvSpPr>
        <p:spPr>
          <a:xfrm>
            <a:off x="733425" y="1154113"/>
            <a:ext cx="5543550" cy="3117850"/>
          </a:xfrm>
          <a:prstGeom prst="rect">
            <a:avLst/>
          </a:prstGeom>
          <a:noFill/>
          <a:ln w="12700">
            <a:solidFill>
              <a:prstClr val="black"/>
            </a:solidFill>
          </a:ln>
        </p:spPr>
        <p:txBody>
          <a:bodyPr vert="horz" lIns="92830" tIns="46415" rIns="92830" bIns="46415" rtlCol="0" anchor="ctr"/>
          <a:lstStyle/>
          <a:p>
            <a:endParaRPr lang="en-US"/>
          </a:p>
        </p:txBody>
      </p:sp>
      <p:sp>
        <p:nvSpPr>
          <p:cNvPr id="5" name="Notes Placeholder 4"/>
          <p:cNvSpPr>
            <a:spLocks noGrp="1"/>
          </p:cNvSpPr>
          <p:nvPr>
            <p:ph type="body" sz="quarter" idx="3"/>
          </p:nvPr>
        </p:nvSpPr>
        <p:spPr>
          <a:xfrm>
            <a:off x="701040" y="4444861"/>
            <a:ext cx="5608320" cy="3636705"/>
          </a:xfrm>
          <a:prstGeom prst="rect">
            <a:avLst/>
          </a:prstGeom>
        </p:spPr>
        <p:txBody>
          <a:bodyPr vert="horz" lIns="92830" tIns="46415" rIns="92830" bIns="4641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772669"/>
            <a:ext cx="3037840" cy="463407"/>
          </a:xfrm>
          <a:prstGeom prst="rect">
            <a:avLst/>
          </a:prstGeom>
        </p:spPr>
        <p:txBody>
          <a:bodyPr vert="horz" lIns="92830" tIns="46415" rIns="92830" bIns="46415"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772669"/>
            <a:ext cx="3037840" cy="463407"/>
          </a:xfrm>
          <a:prstGeom prst="rect">
            <a:avLst/>
          </a:prstGeom>
        </p:spPr>
        <p:txBody>
          <a:bodyPr vert="horz" lIns="92830" tIns="46415" rIns="92830" bIns="46415" rtlCol="0" anchor="b"/>
          <a:lstStyle>
            <a:lvl1pPr algn="r">
              <a:defRPr sz="1200"/>
            </a:lvl1pPr>
          </a:lstStyle>
          <a:p>
            <a:fld id="{A89C7E07-3C67-C64C-8DA0-0404F6303970}" type="slidenum">
              <a:rPr lang="en-US" smtClean="0"/>
              <a:t>‹#›</a:t>
            </a:fld>
            <a:endParaRPr lang="en-US"/>
          </a:p>
        </p:txBody>
      </p:sp>
    </p:spTree>
    <p:extLst>
      <p:ext uri="{BB962C8B-B14F-4D97-AF65-F5344CB8AC3E}">
        <p14:creationId xmlns:p14="http://schemas.microsoft.com/office/powerpoint/2010/main" val="40325283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NOTE: Each lab will need 14 sets of crayons and 56 grid papers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a:t>
            </a:fld>
            <a:endParaRPr lang="en-US"/>
          </a:p>
        </p:txBody>
      </p:sp>
    </p:spTree>
    <p:extLst>
      <p:ext uri="{BB962C8B-B14F-4D97-AF65-F5344CB8AC3E}">
        <p14:creationId xmlns:p14="http://schemas.microsoft.com/office/powerpoint/2010/main" val="109245386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2</a:t>
            </a:fld>
            <a:endParaRPr lang="en-US"/>
          </a:p>
        </p:txBody>
      </p:sp>
    </p:spTree>
    <p:extLst>
      <p:ext uri="{BB962C8B-B14F-4D97-AF65-F5344CB8AC3E}">
        <p14:creationId xmlns:p14="http://schemas.microsoft.com/office/powerpoint/2010/main" val="390827656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3</a:t>
            </a:fld>
            <a:endParaRPr lang="en-US"/>
          </a:p>
        </p:txBody>
      </p:sp>
    </p:spTree>
    <p:extLst>
      <p:ext uri="{BB962C8B-B14F-4D97-AF65-F5344CB8AC3E}">
        <p14:creationId xmlns:p14="http://schemas.microsoft.com/office/powerpoint/2010/main" val="107155043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28 students / 2 = 14 scenario 1 pages per lab * 10 labs = 140 (2 per page so 70 copies)</a:t>
            </a:r>
          </a:p>
        </p:txBody>
      </p:sp>
      <p:sp>
        <p:nvSpPr>
          <p:cNvPr id="4" name="Slide Number Placeholder 3"/>
          <p:cNvSpPr>
            <a:spLocks noGrp="1"/>
          </p:cNvSpPr>
          <p:nvPr>
            <p:ph type="sldNum" sz="quarter" idx="5"/>
          </p:nvPr>
        </p:nvSpPr>
        <p:spPr/>
        <p:txBody>
          <a:bodyPr/>
          <a:lstStyle/>
          <a:p>
            <a:fld id="{A89C7E07-3C67-C64C-8DA0-0404F6303970}" type="slidenum">
              <a:rPr lang="en-US" smtClean="0"/>
              <a:t>4</a:t>
            </a:fld>
            <a:endParaRPr lang="en-US"/>
          </a:p>
        </p:txBody>
      </p:sp>
    </p:spTree>
    <p:extLst>
      <p:ext uri="{BB962C8B-B14F-4D97-AF65-F5344CB8AC3E}">
        <p14:creationId xmlns:p14="http://schemas.microsoft.com/office/powerpoint/2010/main" val="5144881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Question 1:</a:t>
            </a:r>
            <a:r>
              <a:rPr lang="en-US"/>
              <a:t> Why does this process take a long time with only one "processor"?</a:t>
            </a:r>
            <a:br>
              <a:rPr lang="en-US"/>
            </a:br>
            <a:r>
              <a:rPr lang="en-US" b="1"/>
              <a:t>Answer:</a:t>
            </a:r>
            <a:r>
              <a:rPr lang="en-US"/>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a:p>
          <a:p>
            <a:r>
              <a:rPr lang="en-US" b="1"/>
              <a:t>Question 2:</a:t>
            </a:r>
            <a:r>
              <a:rPr lang="en-US"/>
              <a:t> How could this approach cause inefficiency in more complex tasks?</a:t>
            </a:r>
            <a:br>
              <a:rPr lang="en-US"/>
            </a:br>
            <a:r>
              <a:rPr lang="en-US" b="1"/>
              <a:t>Answer:</a:t>
            </a:r>
            <a:r>
              <a:rPr lang="en-US"/>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5</a:t>
            </a:fld>
            <a:endParaRPr lang="en-US"/>
          </a:p>
        </p:txBody>
      </p:sp>
    </p:spTree>
    <p:extLst>
      <p:ext uri="{BB962C8B-B14F-4D97-AF65-F5344CB8AC3E}">
        <p14:creationId xmlns:p14="http://schemas.microsoft.com/office/powerpoint/2010/main" val="4494531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3F15AD-4421-24B6-3ABF-39A3DCD3DC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6B9ABE-89B4-10A2-192A-03E7991F68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17FFDC-3146-90E7-DAB1-FCA89C06C147}"/>
              </a:ext>
            </a:extLst>
          </p:cNvPr>
          <p:cNvSpPr>
            <a:spLocks noGrp="1"/>
          </p:cNvSpPr>
          <p:nvPr>
            <p:ph type="body" idx="1"/>
          </p:nvPr>
        </p:nvSpPr>
        <p:spPr/>
        <p:txBody>
          <a:bodyPr/>
          <a:lstStyle/>
          <a:p>
            <a:r>
              <a:rPr lang="en-US" b="1"/>
              <a:t>Question 1:</a:t>
            </a:r>
            <a:r>
              <a:rPr lang="en-US"/>
              <a:t> Why does this process take a long time with only one "processor"?</a:t>
            </a:r>
            <a:br>
              <a:rPr lang="en-US"/>
            </a:br>
            <a:r>
              <a:rPr lang="en-US" b="1"/>
              <a:t>Answer:</a:t>
            </a:r>
            <a:r>
              <a:rPr lang="en-US"/>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a:p>
          <a:p>
            <a:r>
              <a:rPr lang="en-US" b="1"/>
              <a:t>Question 2:</a:t>
            </a:r>
            <a:r>
              <a:rPr lang="en-US"/>
              <a:t> How could this approach cause inefficiency in more complex tasks?</a:t>
            </a:r>
            <a:br>
              <a:rPr lang="en-US"/>
            </a:br>
            <a:r>
              <a:rPr lang="en-US" b="1"/>
              <a:t>Answer:</a:t>
            </a:r>
            <a:r>
              <a:rPr lang="en-US"/>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a:p>
        </p:txBody>
      </p:sp>
      <p:sp>
        <p:nvSpPr>
          <p:cNvPr id="4" name="Slide Number Placeholder 3">
            <a:extLst>
              <a:ext uri="{FF2B5EF4-FFF2-40B4-BE49-F238E27FC236}">
                <a16:creationId xmlns:a16="http://schemas.microsoft.com/office/drawing/2014/main" id="{7AD7E12F-503E-98F0-082B-B81DC10433A6}"/>
              </a:ext>
            </a:extLst>
          </p:cNvPr>
          <p:cNvSpPr>
            <a:spLocks noGrp="1"/>
          </p:cNvSpPr>
          <p:nvPr>
            <p:ph type="sldNum" sz="quarter" idx="5"/>
          </p:nvPr>
        </p:nvSpPr>
        <p:spPr/>
        <p:txBody>
          <a:bodyPr/>
          <a:lstStyle/>
          <a:p>
            <a:fld id="{A89C7E07-3C67-C64C-8DA0-0404F6303970}" type="slidenum">
              <a:rPr lang="en-US" smtClean="0"/>
              <a:t>6</a:t>
            </a:fld>
            <a:endParaRPr lang="en-US"/>
          </a:p>
        </p:txBody>
      </p:sp>
    </p:spTree>
    <p:extLst>
      <p:ext uri="{BB962C8B-B14F-4D97-AF65-F5344CB8AC3E}">
        <p14:creationId xmlns:p14="http://schemas.microsoft.com/office/powerpoint/2010/main" val="1387413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28 students / 3 = ~10 scenario 2 pages per lab * 10 labs = 100 (2 per page so 50 copies)</a:t>
            </a:r>
          </a:p>
        </p:txBody>
      </p:sp>
      <p:sp>
        <p:nvSpPr>
          <p:cNvPr id="4" name="Slide Number Placeholder 3"/>
          <p:cNvSpPr>
            <a:spLocks noGrp="1"/>
          </p:cNvSpPr>
          <p:nvPr>
            <p:ph type="sldNum" sz="quarter" idx="5"/>
          </p:nvPr>
        </p:nvSpPr>
        <p:spPr/>
        <p:txBody>
          <a:bodyPr/>
          <a:lstStyle/>
          <a:p>
            <a:fld id="{A89C7E07-3C67-C64C-8DA0-0404F6303970}" type="slidenum">
              <a:rPr lang="en-US" smtClean="0"/>
              <a:t>7</a:t>
            </a:fld>
            <a:endParaRPr lang="en-US"/>
          </a:p>
        </p:txBody>
      </p:sp>
    </p:spTree>
    <p:extLst>
      <p:ext uri="{BB962C8B-B14F-4D97-AF65-F5344CB8AC3E}">
        <p14:creationId xmlns:p14="http://schemas.microsoft.com/office/powerpoint/2010/main" val="277652713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F847AC-A0BB-55DA-6D87-61F8535C2B8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B02110-35D6-4B47-1943-DA9F5FB00F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82049-DA05-8A1F-B418-6CE630B754B7}"/>
              </a:ext>
            </a:extLst>
          </p:cNvPr>
          <p:cNvSpPr>
            <a:spLocks noGrp="1"/>
          </p:cNvSpPr>
          <p:nvPr>
            <p:ph type="body" idx="1"/>
          </p:nvPr>
        </p:nvSpPr>
        <p:spPr/>
        <p:txBody>
          <a:bodyPr/>
          <a:lstStyle/>
          <a:p>
            <a:r>
              <a:rPr lang="en-US" b="1"/>
              <a:t>Question 1:</a:t>
            </a:r>
            <a:r>
              <a:rPr lang="en-US"/>
              <a:t> Why does this process take a long time with only one "processor"?</a:t>
            </a:r>
            <a:br>
              <a:rPr lang="en-US"/>
            </a:br>
            <a:r>
              <a:rPr lang="en-US" b="1"/>
              <a:t>Answer:</a:t>
            </a:r>
            <a:r>
              <a:rPr lang="en-US"/>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a:p>
          <a:p>
            <a:r>
              <a:rPr lang="en-US" b="1"/>
              <a:t>Question 2:</a:t>
            </a:r>
            <a:r>
              <a:rPr lang="en-US"/>
              <a:t> How could this approach cause inefficiency in more complex tasks?</a:t>
            </a:r>
            <a:br>
              <a:rPr lang="en-US"/>
            </a:br>
            <a:r>
              <a:rPr lang="en-US" b="1"/>
              <a:t>Answer:</a:t>
            </a:r>
            <a:r>
              <a:rPr lang="en-US"/>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a:p>
        </p:txBody>
      </p:sp>
      <p:sp>
        <p:nvSpPr>
          <p:cNvPr id="4" name="Slide Number Placeholder 3">
            <a:extLst>
              <a:ext uri="{FF2B5EF4-FFF2-40B4-BE49-F238E27FC236}">
                <a16:creationId xmlns:a16="http://schemas.microsoft.com/office/drawing/2014/main" id="{F30EF1B5-F7E6-9DC1-6E46-C61903DF224A}"/>
              </a:ext>
            </a:extLst>
          </p:cNvPr>
          <p:cNvSpPr>
            <a:spLocks noGrp="1"/>
          </p:cNvSpPr>
          <p:nvPr>
            <p:ph type="sldNum" sz="quarter" idx="5"/>
          </p:nvPr>
        </p:nvSpPr>
        <p:spPr/>
        <p:txBody>
          <a:bodyPr/>
          <a:lstStyle/>
          <a:p>
            <a:fld id="{A89C7E07-3C67-C64C-8DA0-0404F6303970}" type="slidenum">
              <a:rPr lang="en-US" smtClean="0"/>
              <a:t>8</a:t>
            </a:fld>
            <a:endParaRPr lang="en-US"/>
          </a:p>
        </p:txBody>
      </p:sp>
    </p:spTree>
    <p:extLst>
      <p:ext uri="{BB962C8B-B14F-4D97-AF65-F5344CB8AC3E}">
        <p14:creationId xmlns:p14="http://schemas.microsoft.com/office/powerpoint/2010/main" val="42727146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How does the addition of a second processor impact the overall completion time?</a:t>
            </a:r>
            <a:br>
              <a:rPr lang="en-US" dirty="0"/>
            </a:br>
            <a:r>
              <a:rPr lang="en-US" b="1" dirty="0"/>
              <a:t>Answer:</a:t>
            </a:r>
            <a:r>
              <a:rPr lang="en-US" dirty="0"/>
              <a:t> Adding a second processor allows for parallel processing, so two stripes (red and blue, yellow and green) can be worked on simultaneously, effectively cutting down the completion time. This demonstrates how distributing tasks between processors can increase efficiency.</a:t>
            </a:r>
          </a:p>
          <a:p>
            <a:endParaRPr lang="en-US" dirty="0"/>
          </a:p>
          <a:p>
            <a:r>
              <a:rPr lang="en-US" b="1" dirty="0"/>
              <a:t>Question 2:</a:t>
            </a:r>
            <a:r>
              <a:rPr lang="en-US" dirty="0"/>
              <a:t> What potential problems could arise if both processors were given overlapping tasks?</a:t>
            </a:r>
            <a:br>
              <a:rPr lang="en-US" dirty="0"/>
            </a:br>
            <a:r>
              <a:rPr lang="en-US" b="1" dirty="0"/>
              <a:t>Answer:</a:t>
            </a:r>
            <a:r>
              <a:rPr lang="en-US" dirty="0"/>
              <a:t> If both processors colored the same stripes, they might overwrite each other’s work, causing inconsistencies. This introduces the concept of </a:t>
            </a:r>
            <a:r>
              <a:rPr lang="en-US" b="1" dirty="0"/>
              <a:t>race conditions</a:t>
            </a:r>
            <a:r>
              <a:rPr lang="en-US" dirty="0"/>
              <a:t>, where two processes access and modify shared data at the same time, leading to unpredictable results.</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9</a:t>
            </a:fld>
            <a:endParaRPr lang="en-US" dirty="0"/>
          </a:p>
        </p:txBody>
      </p:sp>
    </p:spTree>
    <p:extLst>
      <p:ext uri="{BB962C8B-B14F-4D97-AF65-F5344CB8AC3E}">
        <p14:creationId xmlns:p14="http://schemas.microsoft.com/office/powerpoint/2010/main" val="43817255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299">
              <a:defRPr/>
            </a:pPr>
            <a:r>
              <a:rPr lang="en-US"/>
              <a:t>28 students / 4 = 7 scenario 3 pages per lab * 10 labs = 70 (2 per page so 35 copies)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10</a:t>
            </a:fld>
            <a:endParaRPr lang="en-US"/>
          </a:p>
        </p:txBody>
      </p:sp>
    </p:spTree>
    <p:extLst>
      <p:ext uri="{BB962C8B-B14F-4D97-AF65-F5344CB8AC3E}">
        <p14:creationId xmlns:p14="http://schemas.microsoft.com/office/powerpoint/2010/main" val="361326061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EB4A9-4A1B-3A72-CA4F-079ECB2F32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9B8A2B-DF1E-AD19-7BC7-E55AB89A6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7EBB3F-A690-AA25-4F3D-06AB1D07E0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94DB49E-3D8E-D428-CAB8-EFCF2BC1C1B5}"/>
              </a:ext>
            </a:extLst>
          </p:cNvPr>
          <p:cNvSpPr>
            <a:spLocks noGrp="1"/>
          </p:cNvSpPr>
          <p:nvPr>
            <p:ph type="sldNum" sz="quarter" idx="5"/>
          </p:nvPr>
        </p:nvSpPr>
        <p:spPr/>
        <p:txBody>
          <a:bodyPr/>
          <a:lstStyle/>
          <a:p>
            <a:fld id="{A89C7E07-3C67-C64C-8DA0-0404F6303970}" type="slidenum">
              <a:rPr lang="en-US" smtClean="0"/>
              <a:t>11</a:t>
            </a:fld>
            <a:endParaRPr lang="en-US"/>
          </a:p>
        </p:txBody>
      </p:sp>
    </p:spTree>
    <p:extLst>
      <p:ext uri="{BB962C8B-B14F-4D97-AF65-F5344CB8AC3E}">
        <p14:creationId xmlns:p14="http://schemas.microsoft.com/office/powerpoint/2010/main" val="35075229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How does using four processors further improve efficiency, and what challenges might this bring?</a:t>
            </a:r>
            <a:br>
              <a:rPr lang="en-US" dirty="0"/>
            </a:br>
            <a:r>
              <a:rPr lang="en-US" b="1" dirty="0"/>
              <a:t>Answer:</a:t>
            </a:r>
            <a:r>
              <a:rPr lang="en-US" dirty="0"/>
              <a:t> Four processors allow each to work on one color stripe independently, reducing the time needed even more than with two processors. However, with more processors, synchronization becomes crucial to ensure they don’t interfere with each other’s work, which can lead to increased </a:t>
            </a:r>
            <a:r>
              <a:rPr lang="en-US" b="1" dirty="0"/>
              <a:t>coordination complexity</a:t>
            </a:r>
            <a:r>
              <a:rPr lang="en-US" dirty="0"/>
              <a:t>.</a:t>
            </a:r>
          </a:p>
          <a:p>
            <a:endParaRPr lang="en-US" dirty="0"/>
          </a:p>
          <a:p>
            <a:r>
              <a:rPr lang="en-US" b="1" dirty="0"/>
              <a:t>Question 2:</a:t>
            </a:r>
            <a:r>
              <a:rPr lang="en-US" dirty="0"/>
              <a:t> What would happen if one processor finished its task significantly earlier than the others?</a:t>
            </a:r>
            <a:br>
              <a:rPr lang="en-US" dirty="0"/>
            </a:br>
            <a:r>
              <a:rPr lang="en-US" b="1" dirty="0"/>
              <a:t>Answer:</a:t>
            </a:r>
            <a:r>
              <a:rPr lang="en-US" dirty="0"/>
              <a:t> If one processor finishes early, it sits idle, which is an example of </a:t>
            </a:r>
            <a:r>
              <a:rPr lang="en-US" b="1" dirty="0"/>
              <a:t>underutilized resources</a:t>
            </a:r>
            <a:r>
              <a:rPr lang="en-US" dirty="0"/>
              <a:t>. In real systems, </a:t>
            </a:r>
            <a:r>
              <a:rPr lang="en-US" b="1" dirty="0"/>
              <a:t>load balancing </a:t>
            </a:r>
            <a:r>
              <a:rPr lang="en-US" dirty="0"/>
              <a:t>is essential to ensure all processors have tasks of roughly equal duration to maximize efficiency.</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12</a:t>
            </a:fld>
            <a:endParaRPr lang="en-US" dirty="0"/>
          </a:p>
        </p:txBody>
      </p:sp>
    </p:spTree>
    <p:extLst>
      <p:ext uri="{BB962C8B-B14F-4D97-AF65-F5344CB8AC3E}">
        <p14:creationId xmlns:p14="http://schemas.microsoft.com/office/powerpoint/2010/main" val="375132885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defTabSz="928299">
              <a:defRPr/>
            </a:pPr>
            <a:r>
              <a:rPr lang="en-US"/>
              <a:t>28 students / 4 = 7 scenario 3 pages per lab * 10 labs = 70 (2 per page so 35 copies)</a:t>
            </a:r>
          </a:p>
          <a:p>
            <a:endParaRPr lang="en-US"/>
          </a:p>
        </p:txBody>
      </p:sp>
      <p:sp>
        <p:nvSpPr>
          <p:cNvPr id="4" name="Slide Number Placeholder 3"/>
          <p:cNvSpPr>
            <a:spLocks noGrp="1"/>
          </p:cNvSpPr>
          <p:nvPr>
            <p:ph type="sldNum" sz="quarter" idx="5"/>
          </p:nvPr>
        </p:nvSpPr>
        <p:spPr/>
        <p:txBody>
          <a:bodyPr/>
          <a:lstStyle/>
          <a:p>
            <a:fld id="{A89C7E07-3C67-C64C-8DA0-0404F6303970}" type="slidenum">
              <a:rPr lang="en-US" smtClean="0"/>
              <a:t>13</a:t>
            </a:fld>
            <a:endParaRPr lang="en-US"/>
          </a:p>
        </p:txBody>
      </p:sp>
    </p:spTree>
    <p:extLst>
      <p:ext uri="{BB962C8B-B14F-4D97-AF65-F5344CB8AC3E}">
        <p14:creationId xmlns:p14="http://schemas.microsoft.com/office/powerpoint/2010/main" val="271055436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B6EF7-B359-5688-810D-DADD261415B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2BEEA3-B844-C546-291A-33D8D98BB2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A712AF-1FB2-4355-9991-230859112B78}"/>
              </a:ext>
            </a:extLst>
          </p:cNvPr>
          <p:cNvSpPr>
            <a:spLocks noGrp="1"/>
          </p:cNvSpPr>
          <p:nvPr>
            <p:ph type="body" idx="1"/>
          </p:nvPr>
        </p:nvSpPr>
        <p:spPr/>
        <p:txBody>
          <a:bodyPr/>
          <a:lstStyle/>
          <a:p>
            <a:r>
              <a:rPr lang="en-US" b="1"/>
              <a:t>Question 1:</a:t>
            </a:r>
            <a:r>
              <a:rPr lang="en-US"/>
              <a:t> Why does this process take a long time with only one "processor"?</a:t>
            </a:r>
            <a:br>
              <a:rPr lang="en-US"/>
            </a:br>
            <a:r>
              <a:rPr lang="en-US" b="1"/>
              <a:t>Answer:</a:t>
            </a:r>
            <a:r>
              <a:rPr lang="en-US"/>
              <a:t> With only one processor, every action is sequential, meaning each cell has to be processed one at a time without any parallel work. This highlights the limitations of a single-threaded system where tasks cannot be divided to reduce time, demonstrating the concept of processing bottlenecks.</a:t>
            </a:r>
          </a:p>
          <a:p>
            <a:endParaRPr lang="en-US"/>
          </a:p>
          <a:p>
            <a:r>
              <a:rPr lang="en-US" b="1"/>
              <a:t>Question 2:</a:t>
            </a:r>
            <a:r>
              <a:rPr lang="en-US"/>
              <a:t> How could this approach cause inefficiency in more complex tasks?</a:t>
            </a:r>
            <a:br>
              <a:rPr lang="en-US"/>
            </a:br>
            <a:r>
              <a:rPr lang="en-US" b="1"/>
              <a:t>Answer:</a:t>
            </a:r>
            <a:r>
              <a:rPr lang="en-US"/>
              <a:t> In complex tasks requiring a lot of data handling, using a single processor would result in slow performance as it processes each item individually. This scenario illustrates that while accurate, sequential processing is not scalable for tasks requiring high efficiency and speed.</a:t>
            </a:r>
          </a:p>
          <a:p>
            <a:endParaRPr lang="en-US"/>
          </a:p>
        </p:txBody>
      </p:sp>
      <p:sp>
        <p:nvSpPr>
          <p:cNvPr id="4" name="Slide Number Placeholder 3">
            <a:extLst>
              <a:ext uri="{FF2B5EF4-FFF2-40B4-BE49-F238E27FC236}">
                <a16:creationId xmlns:a16="http://schemas.microsoft.com/office/drawing/2014/main" id="{626158FB-E884-3281-2DD4-B8B4701D03B6}"/>
              </a:ext>
            </a:extLst>
          </p:cNvPr>
          <p:cNvSpPr>
            <a:spLocks noGrp="1"/>
          </p:cNvSpPr>
          <p:nvPr>
            <p:ph type="sldNum" sz="quarter" idx="5"/>
          </p:nvPr>
        </p:nvSpPr>
        <p:spPr/>
        <p:txBody>
          <a:bodyPr/>
          <a:lstStyle/>
          <a:p>
            <a:fld id="{A89C7E07-3C67-C64C-8DA0-0404F6303970}" type="slidenum">
              <a:rPr lang="en-US" smtClean="0"/>
              <a:t>14</a:t>
            </a:fld>
            <a:endParaRPr lang="en-US"/>
          </a:p>
        </p:txBody>
      </p:sp>
    </p:spTree>
    <p:extLst>
      <p:ext uri="{BB962C8B-B14F-4D97-AF65-F5344CB8AC3E}">
        <p14:creationId xmlns:p14="http://schemas.microsoft.com/office/powerpoint/2010/main" val="206450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Question 1:</a:t>
            </a:r>
            <a:r>
              <a:rPr lang="en-US" dirty="0"/>
              <a:t> How does assigning processors by columns rather than stripes impact performance and potential errors?</a:t>
            </a:r>
            <a:br>
              <a:rPr lang="en-US" dirty="0"/>
            </a:br>
            <a:r>
              <a:rPr lang="en-US" b="1" dirty="0"/>
              <a:t>Answer:</a:t>
            </a:r>
            <a:r>
              <a:rPr lang="en-US" dirty="0"/>
              <a:t> This column-based approach lets each processor work on sections across all colors, which might improve efficiency if coloring large sections by color becomes too complex. However, with this setup, processors might again risk stepping into each other’s workspaces at the boundaries, which can lead to race conditions unless clearly separated.</a:t>
            </a:r>
          </a:p>
          <a:p>
            <a:r>
              <a:rPr lang="en-US" b="1" dirty="0"/>
              <a:t>Question 2:</a:t>
            </a:r>
            <a:r>
              <a:rPr lang="en-US" dirty="0"/>
              <a:t> How does this scenario reflect real-world issues in distributed systems?</a:t>
            </a:r>
            <a:br>
              <a:rPr lang="en-US" dirty="0"/>
            </a:br>
            <a:r>
              <a:rPr lang="en-US" b="1" dirty="0"/>
              <a:t>Answer:</a:t>
            </a:r>
            <a:r>
              <a:rPr lang="en-US" dirty="0"/>
              <a:t> Distributed systems often allocate resources by dividing tasks spatially, just as columns are divided here. However, managing boundaries is crucial to prevent overlaps and race conditions, which require robust coordination protocols in real-world systems to ensure data integrity.</a:t>
            </a:r>
          </a:p>
          <a:p>
            <a:endParaRPr lang="en-US" dirty="0"/>
          </a:p>
        </p:txBody>
      </p:sp>
      <p:sp>
        <p:nvSpPr>
          <p:cNvPr id="4" name="Slide Number Placeholder 3"/>
          <p:cNvSpPr>
            <a:spLocks noGrp="1"/>
          </p:cNvSpPr>
          <p:nvPr>
            <p:ph type="sldNum" sz="quarter" idx="5"/>
          </p:nvPr>
        </p:nvSpPr>
        <p:spPr/>
        <p:txBody>
          <a:bodyPr/>
          <a:lstStyle/>
          <a:p>
            <a:fld id="{A89C7E07-3C67-C64C-8DA0-0404F6303970}" type="slidenum">
              <a:rPr lang="en-US" smtClean="0"/>
              <a:t>15</a:t>
            </a:fld>
            <a:endParaRPr lang="en-US" dirty="0"/>
          </a:p>
        </p:txBody>
      </p:sp>
    </p:spTree>
    <p:extLst>
      <p:ext uri="{BB962C8B-B14F-4D97-AF65-F5344CB8AC3E}">
        <p14:creationId xmlns:p14="http://schemas.microsoft.com/office/powerpoint/2010/main" val="41988377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1">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44132751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806C6F65-35CD-D64B-992A-0C1C1E00384D}"/>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7" name="AutoShape 24">
              <a:extLst>
                <a:ext uri="{FF2B5EF4-FFF2-40B4-BE49-F238E27FC236}">
                  <a16:creationId xmlns:a16="http://schemas.microsoft.com/office/drawing/2014/main" id="{CFD467E2-FF13-7E4F-BEF9-EA1A17665B2D}"/>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8" name="Freeform 7">
              <a:extLst>
                <a:ext uri="{FF2B5EF4-FFF2-40B4-BE49-F238E27FC236}">
                  <a16:creationId xmlns:a16="http://schemas.microsoft.com/office/drawing/2014/main" id="{CA85A327-3157-B442-993A-6900F71249AC}"/>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9" name="Freeform 8">
              <a:extLst>
                <a:ext uri="{FF2B5EF4-FFF2-40B4-BE49-F238E27FC236}">
                  <a16:creationId xmlns:a16="http://schemas.microsoft.com/office/drawing/2014/main" id="{9A459CB4-74AF-0544-AB1E-7CC6D10F84EB}"/>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0" name="Freeform 9">
              <a:extLst>
                <a:ext uri="{FF2B5EF4-FFF2-40B4-BE49-F238E27FC236}">
                  <a16:creationId xmlns:a16="http://schemas.microsoft.com/office/drawing/2014/main" id="{95A20BFD-9142-D64A-A78A-61B75FCA0D76}"/>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B80736DF-C890-DB47-AEAA-D3D92505E632}"/>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2" name="Title 1">
            <a:extLst>
              <a:ext uri="{FF2B5EF4-FFF2-40B4-BE49-F238E27FC236}">
                <a16:creationId xmlns:a16="http://schemas.microsoft.com/office/drawing/2014/main" id="{39F93F26-ED5C-E74E-BFBD-E3054DC1B9C1}"/>
              </a:ext>
            </a:extLst>
          </p:cNvPr>
          <p:cNvSpPr>
            <a:spLocks noGrp="1"/>
          </p:cNvSpPr>
          <p:nvPr>
            <p:ph type="title" hasCustomPrompt="1"/>
          </p:nvPr>
        </p:nvSpPr>
        <p:spPr>
          <a:xfrm>
            <a:off x="594360" y="189572"/>
            <a:ext cx="6787747" cy="1593507"/>
          </a:xfrm>
          <a:prstGeom prst="rect">
            <a:avLst/>
          </a:prstGeom>
        </p:spPr>
        <p:txBody>
          <a:bodyPr lIns="0" tIns="0" rIns="0" bIns="0" anchor="b" anchorCtr="0">
            <a:noAutofit/>
          </a:bodyPr>
          <a:lstStyle>
            <a:lvl1pPr>
              <a:defRPr sz="4400" b="1" i="0" spc="50" baseline="0">
                <a:latin typeface="+mj-lt"/>
              </a:defRPr>
            </a:lvl1pPr>
          </a:lstStyle>
          <a:p>
            <a:r>
              <a:rPr lang="en-US"/>
              <a:t>Click to add title </a:t>
            </a:r>
          </a:p>
        </p:txBody>
      </p:sp>
      <p:sp>
        <p:nvSpPr>
          <p:cNvPr id="2" name="Content Placeholder 5">
            <a:extLst>
              <a:ext uri="{FF2B5EF4-FFF2-40B4-BE49-F238E27FC236}">
                <a16:creationId xmlns:a16="http://schemas.microsoft.com/office/drawing/2014/main" id="{186153BD-9D2B-47EB-3553-1D3F6663B2A3}"/>
              </a:ext>
            </a:extLst>
          </p:cNvPr>
          <p:cNvSpPr>
            <a:spLocks noGrp="1"/>
          </p:cNvSpPr>
          <p:nvPr>
            <p:ph sz="quarter" idx="13" hasCustomPrompt="1"/>
          </p:nvPr>
        </p:nvSpPr>
        <p:spPr>
          <a:xfrm>
            <a:off x="594359" y="2281918"/>
            <a:ext cx="6787747" cy="3708517"/>
          </a:xfrm>
        </p:spPr>
        <p:txBody>
          <a:bodyPr lIns="0" tIns="228600" rIns="0" bIns="0">
            <a:normAutofit/>
          </a:bodyPr>
          <a:lstStyle>
            <a:lvl1pPr marL="283464" indent="-283464">
              <a:lnSpc>
                <a:spcPct val="80000"/>
              </a:lnSpc>
              <a:spcBef>
                <a:spcPts val="2200"/>
              </a:spcBef>
              <a:buFont typeface="Arial" panose="020B0604020202020204" pitchFamily="34" charset="0"/>
              <a:buChar char="•"/>
              <a:defRPr lang="en-US" sz="2400" b="1" i="0" kern="1200" dirty="0">
                <a:solidFill>
                  <a:schemeClr val="tx2">
                    <a:lumMod val="75000"/>
                  </a:schemeClr>
                </a:solidFill>
                <a:latin typeface="+mn-lt"/>
                <a:ea typeface="+mn-ea"/>
                <a:cs typeface="+mn-cs"/>
              </a:defRPr>
            </a:lvl1pPr>
            <a:lvl2pPr indent="-283464">
              <a:spcBef>
                <a:spcPts val="6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43" name="Slide Number Placeholder 42">
            <a:extLst>
              <a:ext uri="{FF2B5EF4-FFF2-40B4-BE49-F238E27FC236}">
                <a16:creationId xmlns:a16="http://schemas.microsoft.com/office/drawing/2014/main" id="{D80CCC8F-9CF1-9621-04EB-DFA68FEE42D2}"/>
              </a:ext>
            </a:extLst>
          </p:cNvPr>
          <p:cNvSpPr>
            <a:spLocks noGrp="1"/>
          </p:cNvSpPr>
          <p:nvPr>
            <p:ph type="sldNum" sz="quarter" idx="26"/>
          </p:nvPr>
        </p:nvSpPr>
        <p:spPr/>
        <p:txBody>
          <a:bodyPr/>
          <a:lstStyle/>
          <a:p>
            <a:fld id="{294A09A9-5501-47C1-A89A-A340965A2BE2}" type="slidenum">
              <a:rPr lang="en-US" smtClean="0"/>
              <a:pPr/>
              <a:t>‹#›</a:t>
            </a:fld>
            <a:endParaRPr lang="en-US">
              <a:latin typeface="+mn-lt"/>
            </a:endParaRPr>
          </a:p>
        </p:txBody>
      </p:sp>
      <p:sp>
        <p:nvSpPr>
          <p:cNvPr id="42" name="Date Placeholder 41">
            <a:extLst>
              <a:ext uri="{FF2B5EF4-FFF2-40B4-BE49-F238E27FC236}">
                <a16:creationId xmlns:a16="http://schemas.microsoft.com/office/drawing/2014/main" id="{29CE2856-DB8F-5603-C085-74C70560FAC8}"/>
              </a:ext>
            </a:extLst>
          </p:cNvPr>
          <p:cNvSpPr>
            <a:spLocks noGrp="1"/>
          </p:cNvSpPr>
          <p:nvPr>
            <p:ph type="dt" sz="half" idx="25"/>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979826C1-7A52-DA25-F422-EE62DED7D1B6}"/>
              </a:ext>
              <a:ext uri="{C183D7F6-B498-43B3-948B-1728B52AA6E4}">
                <adec:decorative xmlns:adec="http://schemas.microsoft.com/office/drawing/2017/decorative" val="1"/>
              </a:ext>
            </a:extLst>
          </p:cNvPr>
          <p:cNvCxnSpPr>
            <a:cxnSpLocks/>
          </p:cNvCxnSpPr>
          <p:nvPr userDrawn="1"/>
        </p:nvCxnSpPr>
        <p:spPr>
          <a:xfrm>
            <a:off x="594360" y="2148840"/>
            <a:ext cx="2130552" cy="0"/>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5180892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solidFill>
          <a:schemeClr val="accent3"/>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B79D0555-EBDC-B53A-212D-A5921795FEC8}"/>
              </a:ext>
            </a:extLst>
          </p:cNvPr>
          <p:cNvSpPr>
            <a:spLocks noGrp="1"/>
          </p:cNvSpPr>
          <p:nvPr>
            <p:ph type="pic" sz="quarter" idx="13"/>
          </p:nvPr>
        </p:nvSpPr>
        <p:spPr>
          <a:xfrm>
            <a:off x="0" y="0"/>
            <a:ext cx="12192000" cy="6880543"/>
          </a:xfrm>
          <a:custGeom>
            <a:avLst/>
            <a:gdLst>
              <a:gd name="connsiteX0" fmla="*/ 6309360 w 12192000"/>
              <a:gd name="connsiteY0" fmla="*/ 3951843 h 6880543"/>
              <a:gd name="connsiteX1" fmla="*/ 6309360 w 12192000"/>
              <a:gd name="connsiteY1" fmla="*/ 4052427 h 6880543"/>
              <a:gd name="connsiteX2" fmla="*/ 8442960 w 12192000"/>
              <a:gd name="connsiteY2" fmla="*/ 4052427 h 6880543"/>
              <a:gd name="connsiteX3" fmla="*/ 8442960 w 12192000"/>
              <a:gd name="connsiteY3" fmla="*/ 3951843 h 6880543"/>
              <a:gd name="connsiteX4" fmla="*/ 0 w 12192000"/>
              <a:gd name="connsiteY4" fmla="*/ 0 h 6880543"/>
              <a:gd name="connsiteX5" fmla="*/ 12192000 w 12192000"/>
              <a:gd name="connsiteY5" fmla="*/ 0 h 6880543"/>
              <a:gd name="connsiteX6" fmla="*/ 12192000 w 12192000"/>
              <a:gd name="connsiteY6" fmla="*/ 6880543 h 6880543"/>
              <a:gd name="connsiteX7" fmla="*/ 0 w 12192000"/>
              <a:gd name="connsiteY7" fmla="*/ 6880543 h 6880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80543">
                <a:moveTo>
                  <a:pt x="6309360" y="3951843"/>
                </a:moveTo>
                <a:lnTo>
                  <a:pt x="6309360" y="4052427"/>
                </a:lnTo>
                <a:lnTo>
                  <a:pt x="8442960" y="4052427"/>
                </a:lnTo>
                <a:lnTo>
                  <a:pt x="8442960" y="3951843"/>
                </a:lnTo>
                <a:close/>
                <a:moveTo>
                  <a:pt x="0" y="0"/>
                </a:moveTo>
                <a:lnTo>
                  <a:pt x="12192000" y="0"/>
                </a:lnTo>
                <a:lnTo>
                  <a:pt x="12192000" y="6880543"/>
                </a:lnTo>
                <a:lnTo>
                  <a:pt x="0" y="6880543"/>
                </a:lnTo>
                <a:close/>
              </a:path>
            </a:pathLst>
          </a:custGeom>
        </p:spPr>
        <p:txBody>
          <a:bodyPr wrap="square" tIns="182880">
            <a:noAutofit/>
          </a:bodyPr>
          <a:lstStyle>
            <a:lvl1pPr marL="0" indent="0" algn="ctr">
              <a:buNone/>
              <a:defRPr sz="2000">
                <a:solidFill>
                  <a:schemeClr val="tx1"/>
                </a:solidFill>
              </a:defRPr>
            </a:lvl1pPr>
          </a:lstStyle>
          <a:p>
            <a:r>
              <a:rPr lang="en-US"/>
              <a:t>Click icon to add picture</a:t>
            </a:r>
          </a:p>
        </p:txBody>
      </p:sp>
      <p:sp>
        <p:nvSpPr>
          <p:cNvPr id="18" name="Title 1">
            <a:extLst>
              <a:ext uri="{FF2B5EF4-FFF2-40B4-BE49-F238E27FC236}">
                <a16:creationId xmlns:a16="http://schemas.microsoft.com/office/drawing/2014/main" id="{8D492973-78E3-D34E-835E-CF2D4517016D}"/>
              </a:ext>
            </a:extLst>
          </p:cNvPr>
          <p:cNvSpPr>
            <a:spLocks noGrp="1"/>
          </p:cNvSpPr>
          <p:nvPr>
            <p:ph type="title" hasCustomPrompt="1"/>
          </p:nvPr>
        </p:nvSpPr>
        <p:spPr>
          <a:xfrm>
            <a:off x="6309359" y="444933"/>
            <a:ext cx="5477479" cy="3291840"/>
          </a:xfrm>
          <a:prstGeom prst="rect">
            <a:avLst/>
          </a:prstGeom>
        </p:spPr>
        <p:txBody>
          <a:bodyPr lIns="0" tIns="0" rIns="0" bIns="0" anchor="b" anchorCtr="0">
            <a:noAutofit/>
          </a:bodyPr>
          <a:lstStyle>
            <a:lvl1pPr>
              <a:defRPr sz="6000" b="1" i="0" baseline="0">
                <a:solidFill>
                  <a:schemeClr val="tx1"/>
                </a:solidFill>
                <a:latin typeface="+mj-lt"/>
              </a:defRPr>
            </a:lvl1pPr>
          </a:lstStyle>
          <a:p>
            <a:r>
              <a:rPr lang="en-US"/>
              <a:t>Click to add title </a:t>
            </a:r>
          </a:p>
        </p:txBody>
      </p:sp>
      <p:sp>
        <p:nvSpPr>
          <p:cNvPr id="7" name="Rectangle 6">
            <a:extLst>
              <a:ext uri="{FF2B5EF4-FFF2-40B4-BE49-F238E27FC236}">
                <a16:creationId xmlns:a16="http://schemas.microsoft.com/office/drawing/2014/main" id="{D96BA398-1ED2-1FCA-63B9-8915A8C7A524}"/>
              </a:ext>
              <a:ext uri="{C183D7F6-B498-43B3-948B-1728B52AA6E4}">
                <adec:decorative xmlns:adec="http://schemas.microsoft.com/office/drawing/2017/decorative" val="1"/>
              </a:ext>
            </a:extLst>
          </p:cNvPr>
          <p:cNvSpPr/>
          <p:nvPr userDrawn="1"/>
        </p:nvSpPr>
        <p:spPr>
          <a:xfrm>
            <a:off x="6309360" y="3951843"/>
            <a:ext cx="2133600" cy="100584"/>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29169562"/>
      </p:ext>
    </p:extLst>
  </p:cSld>
  <p:clrMapOvr>
    <a:masterClrMapping/>
  </p:clrMapOvr>
  <p:extLst>
    <p:ext uri="{DCECCB84-F9BA-43D5-87BE-67443E8EF086}">
      <p15:sldGuideLst xmlns:p15="http://schemas.microsoft.com/office/powerpoint/2012/main">
        <p15:guide id="2" pos="7104">
          <p15:clr>
            <a:srgbClr val="FBAE40"/>
          </p15:clr>
        </p15:guide>
        <p15:guide id="3" pos="4344" userDrawn="1">
          <p15:clr>
            <a:srgbClr val="FBAE40"/>
          </p15:clr>
        </p15:guide>
        <p15:guide id="4" pos="4560" userDrawn="1">
          <p15:clr>
            <a:srgbClr val="FBAE40"/>
          </p15:clr>
        </p15:guide>
        <p15:guide id="8" orient="horz" pos="1848"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2">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299835" y="43052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sp>
        <p:nvSpPr>
          <p:cNvPr id="6" name="Picture Placeholder 5">
            <a:extLst>
              <a:ext uri="{FF2B5EF4-FFF2-40B4-BE49-F238E27FC236}">
                <a16:creationId xmlns:a16="http://schemas.microsoft.com/office/drawing/2014/main" id="{A9973BC6-F6E5-0B3B-C8AB-0AC4020D4E8B}"/>
              </a:ext>
            </a:extLst>
          </p:cNvPr>
          <p:cNvSpPr>
            <a:spLocks noGrp="1"/>
          </p:cNvSpPr>
          <p:nvPr>
            <p:ph type="pic" sz="quarter" idx="12"/>
          </p:nvPr>
        </p:nvSpPr>
        <p:spPr>
          <a:xfrm>
            <a:off x="0" y="-11113"/>
            <a:ext cx="5791200" cy="6880226"/>
          </a:xfrm>
        </p:spPr>
        <p:txBody>
          <a:bodyPr>
            <a:normAutofit/>
          </a:bodyPr>
          <a:lstStyle>
            <a:lvl1pPr marL="0" indent="0" algn="ctr">
              <a:buNone/>
              <a:defRPr sz="2000"/>
            </a:lvl1pPr>
          </a:lstStyle>
          <a:p>
            <a:r>
              <a:rPr lang="en-US"/>
              <a:t>Click icon to add picture</a:t>
            </a:r>
          </a:p>
        </p:txBody>
      </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299835" y="456860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7" name="Straight Connector 6">
            <a:extLst>
              <a:ext uri="{FF2B5EF4-FFF2-40B4-BE49-F238E27FC236}">
                <a16:creationId xmlns:a16="http://schemas.microsoft.com/office/drawing/2014/main" id="{29169ED6-4B82-6844-119F-AC15CDF2D3E5}"/>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9879140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ummary 2">
    <p:bg>
      <p:bgPr>
        <a:solidFill>
          <a:schemeClr val="tx1"/>
        </a:solidFill>
        <a:effectLst/>
      </p:bgPr>
    </p:bg>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C57F1500-1A16-D1EF-4F0C-030852B291FC}"/>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grpSp>
        <p:nvGrpSpPr>
          <p:cNvPr id="10" name="Group 9">
            <a:extLst>
              <a:ext uri="{FF2B5EF4-FFF2-40B4-BE49-F238E27FC236}">
                <a16:creationId xmlns:a16="http://schemas.microsoft.com/office/drawing/2014/main" id="{2D07A0BE-3890-193E-9439-F294E61A71B9}"/>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11" name="Freeform 19">
              <a:extLst>
                <a:ext uri="{FF2B5EF4-FFF2-40B4-BE49-F238E27FC236}">
                  <a16:creationId xmlns:a16="http://schemas.microsoft.com/office/drawing/2014/main" id="{C05217ED-C258-E6CE-BA7F-28A6EA41BCD3}"/>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20">
              <a:extLst>
                <a:ext uri="{FF2B5EF4-FFF2-40B4-BE49-F238E27FC236}">
                  <a16:creationId xmlns:a16="http://schemas.microsoft.com/office/drawing/2014/main" id="{F3E11A1F-14DD-BA35-D7D7-4D4ADEAA3484}"/>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21">
              <a:extLst>
                <a:ext uri="{FF2B5EF4-FFF2-40B4-BE49-F238E27FC236}">
                  <a16:creationId xmlns:a16="http://schemas.microsoft.com/office/drawing/2014/main" id="{F14541B0-973F-7E21-1019-D2FB83C8C0D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32" name="Title 1">
            <a:extLst>
              <a:ext uri="{FF2B5EF4-FFF2-40B4-BE49-F238E27FC236}">
                <a16:creationId xmlns:a16="http://schemas.microsoft.com/office/drawing/2014/main" id="{467E05B6-B7CB-1E4F-96BA-4B8CFE8B63D9}"/>
              </a:ext>
            </a:extLst>
          </p:cNvPr>
          <p:cNvSpPr>
            <a:spLocks noGrp="1"/>
          </p:cNvSpPr>
          <p:nvPr>
            <p:ph type="title" hasCustomPrompt="1"/>
          </p:nvPr>
        </p:nvSpPr>
        <p:spPr>
          <a:xfrm>
            <a:off x="594360" y="102875"/>
            <a:ext cx="10873740" cy="1680205"/>
          </a:xfrm>
          <a:prstGeom prst="rect">
            <a:avLst/>
          </a:prstGeom>
        </p:spPr>
        <p:txBody>
          <a:bodyPr lIns="0" tIns="0" rIns="0" bIns="0" anchor="b" anchorCtr="0">
            <a:noAutofit/>
          </a:bodyPr>
          <a:lstStyle>
            <a:lvl1pPr>
              <a:defRPr sz="4400" b="1" i="0">
                <a:latin typeface="+mj-lt"/>
              </a:defRPr>
            </a:lvl1pPr>
          </a:lstStyle>
          <a:p>
            <a:r>
              <a:rPr lang="en-US"/>
              <a:t>Click to add title </a:t>
            </a:r>
          </a:p>
        </p:txBody>
      </p:sp>
      <p:sp>
        <p:nvSpPr>
          <p:cNvPr id="2" name="Content Placeholder 5">
            <a:extLst>
              <a:ext uri="{FF2B5EF4-FFF2-40B4-BE49-F238E27FC236}">
                <a16:creationId xmlns:a16="http://schemas.microsoft.com/office/drawing/2014/main" id="{F6FE0DC0-B0D7-F4D6-8038-177AD7A8C211}"/>
              </a:ext>
            </a:extLst>
          </p:cNvPr>
          <p:cNvSpPr>
            <a:spLocks noGrp="1"/>
          </p:cNvSpPr>
          <p:nvPr>
            <p:ph sz="quarter" idx="13" hasCustomPrompt="1"/>
          </p:nvPr>
        </p:nvSpPr>
        <p:spPr>
          <a:xfrm>
            <a:off x="3657600" y="2282008"/>
            <a:ext cx="7810500" cy="3699328"/>
          </a:xfrm>
        </p:spPr>
        <p:txBody>
          <a:bodyPr lIns="0" tIns="228600" rIns="0" bIns="0">
            <a:normAutofit/>
          </a:bodyPr>
          <a:lstStyle>
            <a:lvl1pPr marL="283464" indent="-283464">
              <a:spcBef>
                <a:spcPts val="1800"/>
              </a:spcBef>
              <a:buFont typeface="Arial" panose="020B0604020202020204" pitchFamily="34" charset="0"/>
              <a:buChar char="•"/>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7">
            <a:extLst>
              <a:ext uri="{FF2B5EF4-FFF2-40B4-BE49-F238E27FC236}">
                <a16:creationId xmlns:a16="http://schemas.microsoft.com/office/drawing/2014/main" id="{7ED58739-4346-5104-B1AC-89ED035912AF}"/>
              </a:ext>
            </a:extLst>
          </p:cNvPr>
          <p:cNvSpPr>
            <a:spLocks noGrp="1"/>
          </p:cNvSpPr>
          <p:nvPr>
            <p:ph type="sldNum" sz="quarter" idx="22"/>
          </p:nvPr>
        </p:nvSpPr>
        <p:spPr/>
        <p:txBody>
          <a:bodyPr/>
          <a:lstStyle/>
          <a:p>
            <a:fld id="{294A09A9-5501-47C1-A89A-A340965A2BE2}" type="slidenum">
              <a:rPr lang="en-US" smtClean="0"/>
              <a:pPr/>
              <a:t>‹#›</a:t>
            </a:fld>
            <a:endParaRPr lang="en-US">
              <a:latin typeface="+mn-lt"/>
            </a:endParaRPr>
          </a:p>
        </p:txBody>
      </p:sp>
      <p:sp>
        <p:nvSpPr>
          <p:cNvPr id="5" name="Date Placeholder 4">
            <a:extLst>
              <a:ext uri="{FF2B5EF4-FFF2-40B4-BE49-F238E27FC236}">
                <a16:creationId xmlns:a16="http://schemas.microsoft.com/office/drawing/2014/main" id="{E9272B8D-F380-9F1A-C8E6-BDD2352B1763}"/>
              </a:ext>
            </a:extLst>
          </p:cNvPr>
          <p:cNvSpPr>
            <a:spLocks noGrp="1"/>
          </p:cNvSpPr>
          <p:nvPr>
            <p:ph type="dt" sz="half" idx="21"/>
          </p:nvPr>
        </p:nvSpPr>
        <p:spPr/>
        <p:txBody>
          <a:bodyPr/>
          <a:lstStyle/>
          <a:p>
            <a:endParaRPr lang="en-US">
              <a:latin typeface="+mn-lt"/>
            </a:endParaRPr>
          </a:p>
        </p:txBody>
      </p:sp>
    </p:spTree>
    <p:extLst>
      <p:ext uri="{BB962C8B-B14F-4D97-AF65-F5344CB8AC3E}">
        <p14:creationId xmlns:p14="http://schemas.microsoft.com/office/powerpoint/2010/main" val="140296414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pos="600">
          <p15:clr>
            <a:srgbClr val="FBAE40"/>
          </p15:clr>
        </p15:guide>
        <p15:guide id="2" pos="7080">
          <p15:clr>
            <a:srgbClr val="FBAE40"/>
          </p15:clr>
        </p15:guide>
        <p15:guide id="3" pos="2304">
          <p15:clr>
            <a:srgbClr val="FBAE40"/>
          </p15:clr>
        </p15:guide>
        <p15:guide id="4" pos="5736">
          <p15:clr>
            <a:srgbClr val="FBAE40"/>
          </p15:clr>
        </p15:guide>
        <p15:guide id="5" pos="1944">
          <p15:clr>
            <a:srgbClr val="FBAE40"/>
          </p15:clr>
        </p15:guide>
        <p15:guide id="6" pos="4008">
          <p15:clr>
            <a:srgbClr val="FBAE40"/>
          </p15:clr>
        </p15:guide>
        <p15:guide id="7" orient="horz" pos="1224">
          <p15:clr>
            <a:srgbClr val="FBAE40"/>
          </p15:clr>
        </p15:guide>
        <p15:guide id="8" orient="horz" pos="1440">
          <p15:clr>
            <a:srgbClr val="FBAE40"/>
          </p15:clr>
        </p15:guide>
        <p15:guide id="9" orient="horz" pos="552">
          <p15:clr>
            <a:srgbClr val="FBAE40"/>
          </p15:clr>
        </p15:guide>
        <p15:guide id="10" pos="5352">
          <p15:clr>
            <a:srgbClr val="FBAE40"/>
          </p15:clr>
        </p15:guide>
        <p15:guide id="11" pos="3648">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6309904"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a:off x="1" y="758752"/>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cxnSp>
        <p:nvCxnSpPr>
          <p:cNvPr id="13" name="Straight Connector 12">
            <a:extLst>
              <a:ext uri="{FF2B5EF4-FFF2-40B4-BE49-F238E27FC236}">
                <a16:creationId xmlns:a16="http://schemas.microsoft.com/office/drawing/2014/main" id="{A69706A2-3726-FE4E-B923-E75D48597816}"/>
              </a:ext>
              <a:ext uri="{C183D7F6-B498-43B3-948B-1728B52AA6E4}">
                <adec:decorative xmlns:adec="http://schemas.microsoft.com/office/drawing/2017/decorative" val="1"/>
              </a:ext>
            </a:extLst>
          </p:cNvPr>
          <p:cNvCxnSpPr>
            <a:cxnSpLocks/>
          </p:cNvCxnSpPr>
          <p:nvPr userDrawn="1"/>
        </p:nvCxnSpPr>
        <p:spPr>
          <a:xfrm>
            <a:off x="6309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6309905"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spTree>
    <p:extLst>
      <p:ext uri="{BB962C8B-B14F-4D97-AF65-F5344CB8AC3E}">
        <p14:creationId xmlns:p14="http://schemas.microsoft.com/office/powerpoint/2010/main" val="20271085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and Two Content 2">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78129"/>
            <a:ext cx="9778365" cy="149459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2" name="Content Placeholder 5">
            <a:extLst>
              <a:ext uri="{FF2B5EF4-FFF2-40B4-BE49-F238E27FC236}">
                <a16:creationId xmlns:a16="http://schemas.microsoft.com/office/drawing/2014/main" id="{F14DA3C5-63E4-BAFB-1D68-47F71EEEE538}"/>
              </a:ext>
            </a:extLst>
          </p:cNvPr>
          <p:cNvSpPr>
            <a:spLocks noGrp="1"/>
          </p:cNvSpPr>
          <p:nvPr>
            <p:ph sz="quarter" idx="15" hasCustomPrompt="1"/>
          </p:nvPr>
        </p:nvSpPr>
        <p:spPr>
          <a:xfrm>
            <a:off x="594360"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9436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3" name="Content Placeholder 5">
            <a:extLst>
              <a:ext uri="{FF2B5EF4-FFF2-40B4-BE49-F238E27FC236}">
                <a16:creationId xmlns:a16="http://schemas.microsoft.com/office/drawing/2014/main" id="{BD11386D-847E-8CF5-E56A-42E80A65A089}"/>
              </a:ext>
            </a:extLst>
          </p:cNvPr>
          <p:cNvSpPr>
            <a:spLocks noGrp="1"/>
          </p:cNvSpPr>
          <p:nvPr>
            <p:ph sz="quarter" idx="16" hasCustomPrompt="1"/>
          </p:nvPr>
        </p:nvSpPr>
        <p:spPr>
          <a:xfrm>
            <a:off x="5881898" y="2676525"/>
            <a:ext cx="4490827" cy="3597470"/>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41056953"/>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42E558A9-6DD6-E21D-3A8F-6707E1DD19F1}"/>
              </a:ext>
              <a:ext uri="{C183D7F6-B498-43B3-948B-1728B52AA6E4}">
                <adec:decorative xmlns:adec="http://schemas.microsoft.com/office/drawing/2017/decorative" val="1"/>
              </a:ext>
            </a:extLst>
          </p:cNvPr>
          <p:cNvGrpSpPr/>
          <p:nvPr userDrawn="1"/>
        </p:nvGrpSpPr>
        <p:grpSpPr>
          <a:xfrm>
            <a:off x="6362700" y="0"/>
            <a:ext cx="5829298" cy="3235602"/>
            <a:chOff x="5612972" y="1"/>
            <a:chExt cx="6615961" cy="3672246"/>
          </a:xfrm>
        </p:grpSpPr>
        <p:sp>
          <p:nvSpPr>
            <p:cNvPr id="12" name="AutoShape 24">
              <a:extLst>
                <a:ext uri="{FF2B5EF4-FFF2-40B4-BE49-F238E27FC236}">
                  <a16:creationId xmlns:a16="http://schemas.microsoft.com/office/drawing/2014/main" id="{3FC994E4-318C-1E66-B4E4-8F8FD08E098F}"/>
                </a:ext>
              </a:extLst>
            </p:cNvPr>
            <p:cNvSpPr>
              <a:spLocks/>
            </p:cNvSpPr>
            <p:nvPr/>
          </p:nvSpPr>
          <p:spPr bwMode="auto">
            <a:xfrm>
              <a:off x="5612972" y="1"/>
              <a:ext cx="4408998" cy="3672246"/>
            </a:xfrm>
            <a:custGeom>
              <a:avLst/>
              <a:gdLst>
                <a:gd name="T0" fmla="+- 0 8372 6586"/>
                <a:gd name="T1" fmla="*/ T0 w 3578"/>
                <a:gd name="T2" fmla="*/ 591 h 2980"/>
                <a:gd name="T3" fmla="+- 0 7780 6586"/>
                <a:gd name="T4" fmla="*/ T3 w 3578"/>
                <a:gd name="T5" fmla="*/ 0 h 2980"/>
                <a:gd name="T6" fmla="+- 0 6586 6586"/>
                <a:gd name="T7" fmla="*/ T6 w 3578"/>
                <a:gd name="T8" fmla="*/ 0 h 2980"/>
                <a:gd name="T9" fmla="+- 0 7774 6586"/>
                <a:gd name="T10" fmla="*/ T9 w 3578"/>
                <a:gd name="T11" fmla="*/ 1188 h 2980"/>
                <a:gd name="T12" fmla="+- 0 8372 6586"/>
                <a:gd name="T13" fmla="*/ T12 w 3578"/>
                <a:gd name="T14" fmla="*/ 591 h 2980"/>
                <a:gd name="T15" fmla="+- 0 10163 6586"/>
                <a:gd name="T16" fmla="*/ T15 w 3578"/>
                <a:gd name="T17" fmla="*/ 2383 h 2980"/>
                <a:gd name="T18" fmla="+- 0 9566 6586"/>
                <a:gd name="T19" fmla="*/ T18 w 3578"/>
                <a:gd name="T20" fmla="*/ 1786 h 2980"/>
                <a:gd name="T21" fmla="+- 0 8969 6586"/>
                <a:gd name="T22" fmla="*/ T21 w 3578"/>
                <a:gd name="T23" fmla="*/ 2383 h 2980"/>
                <a:gd name="T24" fmla="+- 0 9566 6586"/>
                <a:gd name="T25" fmla="*/ T24 w 3578"/>
                <a:gd name="T26" fmla="*/ 2980 h 2980"/>
                <a:gd name="T27" fmla="+- 0 10163 6586"/>
                <a:gd name="T28" fmla="*/ T27 w 3578"/>
                <a:gd name="T29" fmla="*/ 2383 h 2980"/>
              </a:gdLst>
              <a:ahLst/>
              <a:cxnLst>
                <a:cxn ang="0">
                  <a:pos x="T1" y="T2"/>
                </a:cxn>
                <a:cxn ang="0">
                  <a:pos x="T4" y="T5"/>
                </a:cxn>
                <a:cxn ang="0">
                  <a:pos x="T7" y="T8"/>
                </a:cxn>
                <a:cxn ang="0">
                  <a:pos x="T10" y="T11"/>
                </a:cxn>
                <a:cxn ang="0">
                  <a:pos x="T13" y="T14"/>
                </a:cxn>
                <a:cxn ang="0">
                  <a:pos x="T16" y="T17"/>
                </a:cxn>
                <a:cxn ang="0">
                  <a:pos x="T19" y="T20"/>
                </a:cxn>
                <a:cxn ang="0">
                  <a:pos x="T22" y="T23"/>
                </a:cxn>
                <a:cxn ang="0">
                  <a:pos x="T25" y="T26"/>
                </a:cxn>
                <a:cxn ang="0">
                  <a:pos x="T28" y="T29"/>
                </a:cxn>
              </a:cxnLst>
              <a:rect l="0" t="0" r="r" b="b"/>
              <a:pathLst>
                <a:path w="3578" h="2980">
                  <a:moveTo>
                    <a:pt x="1786" y="591"/>
                  </a:moveTo>
                  <a:lnTo>
                    <a:pt x="1194" y="0"/>
                  </a:lnTo>
                  <a:lnTo>
                    <a:pt x="0" y="0"/>
                  </a:lnTo>
                  <a:lnTo>
                    <a:pt x="1188" y="1188"/>
                  </a:lnTo>
                  <a:lnTo>
                    <a:pt x="1786" y="591"/>
                  </a:lnTo>
                  <a:moveTo>
                    <a:pt x="3577" y="2383"/>
                  </a:moveTo>
                  <a:lnTo>
                    <a:pt x="2980" y="1786"/>
                  </a:lnTo>
                  <a:lnTo>
                    <a:pt x="2383" y="2383"/>
                  </a:lnTo>
                  <a:lnTo>
                    <a:pt x="2980" y="2980"/>
                  </a:lnTo>
                  <a:lnTo>
                    <a:pt x="3577" y="2383"/>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7">
              <a:extLst>
                <a:ext uri="{FF2B5EF4-FFF2-40B4-BE49-F238E27FC236}">
                  <a16:creationId xmlns:a16="http://schemas.microsoft.com/office/drawing/2014/main" id="{17C00E6B-F625-6D6C-8364-9DD9F3C3628F}"/>
                </a:ext>
              </a:extLst>
            </p:cNvPr>
            <p:cNvSpPr>
              <a:spLocks/>
            </p:cNvSpPr>
            <p:nvPr/>
          </p:nvSpPr>
          <p:spPr bwMode="auto">
            <a:xfrm>
              <a:off x="6341233" y="1463970"/>
              <a:ext cx="2208196" cy="2208277"/>
            </a:xfrm>
            <a:custGeom>
              <a:avLst/>
              <a:gdLst>
                <a:gd name="T0" fmla="+- 0 7774 7177"/>
                <a:gd name="T1" fmla="*/ T0 w 1792"/>
                <a:gd name="T2" fmla="+- 0 1188 1188"/>
                <a:gd name="T3" fmla="*/ 1188 h 1792"/>
                <a:gd name="T4" fmla="+- 0 7177 7177"/>
                <a:gd name="T5" fmla="*/ T4 w 1792"/>
                <a:gd name="T6" fmla="+- 0 1786 1188"/>
                <a:gd name="T7" fmla="*/ 1786 h 1792"/>
                <a:gd name="T8" fmla="+- 0 8372 7177"/>
                <a:gd name="T9" fmla="*/ T8 w 1792"/>
                <a:gd name="T10" fmla="+- 0 2980 1188"/>
                <a:gd name="T11" fmla="*/ 2980 h 1792"/>
                <a:gd name="T12" fmla="+- 0 8969 7177"/>
                <a:gd name="T13" fmla="*/ T12 w 1792"/>
                <a:gd name="T14" fmla="+- 0 2383 1188"/>
                <a:gd name="T15" fmla="*/ 2383 h 1792"/>
                <a:gd name="T16" fmla="+- 0 7774 7177"/>
                <a:gd name="T17" fmla="*/ T16 w 1792"/>
                <a:gd name="T18" fmla="+- 0 1188 1188"/>
                <a:gd name="T19" fmla="*/ 1188 h 1792"/>
              </a:gdLst>
              <a:ahLst/>
              <a:cxnLst>
                <a:cxn ang="0">
                  <a:pos x="T1" y="T3"/>
                </a:cxn>
                <a:cxn ang="0">
                  <a:pos x="T5" y="T7"/>
                </a:cxn>
                <a:cxn ang="0">
                  <a:pos x="T9" y="T11"/>
                </a:cxn>
                <a:cxn ang="0">
                  <a:pos x="T13" y="T15"/>
                </a:cxn>
                <a:cxn ang="0">
                  <a:pos x="T17" y="T19"/>
                </a:cxn>
              </a:cxnLst>
              <a:rect l="0" t="0" r="r" b="b"/>
              <a:pathLst>
                <a:path w="1792" h="1792">
                  <a:moveTo>
                    <a:pt x="597" y="0"/>
                  </a:moveTo>
                  <a:lnTo>
                    <a:pt x="0" y="598"/>
                  </a:lnTo>
                  <a:lnTo>
                    <a:pt x="1195" y="1792"/>
                  </a:lnTo>
                  <a:lnTo>
                    <a:pt x="1792" y="1195"/>
                  </a:lnTo>
                  <a:lnTo>
                    <a:pt x="597"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8">
              <a:extLst>
                <a:ext uri="{FF2B5EF4-FFF2-40B4-BE49-F238E27FC236}">
                  <a16:creationId xmlns:a16="http://schemas.microsoft.com/office/drawing/2014/main" id="{C6197B87-4F65-7981-9463-84830CD3687F}"/>
                </a:ext>
              </a:extLst>
            </p:cNvPr>
            <p:cNvSpPr>
              <a:spLocks/>
            </p:cNvSpPr>
            <p:nvPr/>
          </p:nvSpPr>
          <p:spPr bwMode="auto">
            <a:xfrm>
              <a:off x="8555590" y="1"/>
              <a:ext cx="1457754" cy="729520"/>
            </a:xfrm>
            <a:custGeom>
              <a:avLst/>
              <a:gdLst>
                <a:gd name="T0" fmla="+- 0 10158 8975"/>
                <a:gd name="T1" fmla="*/ T0 w 1183"/>
                <a:gd name="T2" fmla="*/ 0 h 592"/>
                <a:gd name="T3" fmla="+- 0 8975 8975"/>
                <a:gd name="T4" fmla="*/ T3 w 1183"/>
                <a:gd name="T5" fmla="*/ 0 h 592"/>
                <a:gd name="T6" fmla="+- 0 9566 8975"/>
                <a:gd name="T7" fmla="*/ T6 w 1183"/>
                <a:gd name="T8" fmla="*/ 591 h 592"/>
                <a:gd name="T9" fmla="+- 0 10158 8975"/>
                <a:gd name="T10" fmla="*/ T9 w 1183"/>
                <a:gd name="T11" fmla="*/ 0 h 592"/>
              </a:gdLst>
              <a:ahLst/>
              <a:cxnLst>
                <a:cxn ang="0">
                  <a:pos x="T1" y="T2"/>
                </a:cxn>
                <a:cxn ang="0">
                  <a:pos x="T4" y="T5"/>
                </a:cxn>
                <a:cxn ang="0">
                  <a:pos x="T7" y="T8"/>
                </a:cxn>
                <a:cxn ang="0">
                  <a:pos x="T10" y="T11"/>
                </a:cxn>
              </a:cxnLst>
              <a:rect l="0" t="0" r="r" b="b"/>
              <a:pathLst>
                <a:path w="1183" h="592">
                  <a:moveTo>
                    <a:pt x="1183" y="0"/>
                  </a:moveTo>
                  <a:lnTo>
                    <a:pt x="0" y="0"/>
                  </a:lnTo>
                  <a:lnTo>
                    <a:pt x="591" y="591"/>
                  </a:lnTo>
                  <a:lnTo>
                    <a:pt x="1183"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8" name="Freeform 9">
              <a:extLst>
                <a:ext uri="{FF2B5EF4-FFF2-40B4-BE49-F238E27FC236}">
                  <a16:creationId xmlns:a16="http://schemas.microsoft.com/office/drawing/2014/main" id="{86AA517C-7217-D864-B7E7-40984A2880DB}"/>
                </a:ext>
              </a:extLst>
            </p:cNvPr>
            <p:cNvSpPr>
              <a:spLocks/>
            </p:cNvSpPr>
            <p:nvPr/>
          </p:nvSpPr>
          <p:spPr bwMode="auto">
            <a:xfrm>
              <a:off x="7076887" y="728289"/>
              <a:ext cx="2208196" cy="2208277"/>
            </a:xfrm>
            <a:custGeom>
              <a:avLst/>
              <a:gdLst>
                <a:gd name="T0" fmla="+- 0 8372 7774"/>
                <a:gd name="T1" fmla="*/ T0 w 1792"/>
                <a:gd name="T2" fmla="+- 0 591 591"/>
                <a:gd name="T3" fmla="*/ 591 h 1792"/>
                <a:gd name="T4" fmla="+- 0 7774 7774"/>
                <a:gd name="T5" fmla="*/ T4 w 1792"/>
                <a:gd name="T6" fmla="+- 0 1188 591"/>
                <a:gd name="T7" fmla="*/ 1188 h 1792"/>
                <a:gd name="T8" fmla="+- 0 8969 7774"/>
                <a:gd name="T9" fmla="*/ T8 w 1792"/>
                <a:gd name="T10" fmla="+- 0 2383 591"/>
                <a:gd name="T11" fmla="*/ 2383 h 1792"/>
                <a:gd name="T12" fmla="+- 0 9566 7774"/>
                <a:gd name="T13" fmla="*/ T12 w 1792"/>
                <a:gd name="T14" fmla="+- 0 1786 591"/>
                <a:gd name="T15" fmla="*/ 1786 h 1792"/>
                <a:gd name="T16" fmla="+- 0 8372 7774"/>
                <a:gd name="T17" fmla="*/ T16 w 1792"/>
                <a:gd name="T18" fmla="+- 0 591 591"/>
                <a:gd name="T19" fmla="*/ 591 h 1792"/>
              </a:gdLst>
              <a:ahLst/>
              <a:cxnLst>
                <a:cxn ang="0">
                  <a:pos x="T1" y="T3"/>
                </a:cxn>
                <a:cxn ang="0">
                  <a:pos x="T5" y="T7"/>
                </a:cxn>
                <a:cxn ang="0">
                  <a:pos x="T9" y="T11"/>
                </a:cxn>
                <a:cxn ang="0">
                  <a:pos x="T13" y="T15"/>
                </a:cxn>
                <a:cxn ang="0">
                  <a:pos x="T17" y="T19"/>
                </a:cxn>
              </a:cxnLst>
              <a:rect l="0" t="0" r="r" b="b"/>
              <a:pathLst>
                <a:path w="1792" h="1792">
                  <a:moveTo>
                    <a:pt x="598" y="0"/>
                  </a:moveTo>
                  <a:lnTo>
                    <a:pt x="0" y="597"/>
                  </a:lnTo>
                  <a:lnTo>
                    <a:pt x="1195" y="1792"/>
                  </a:lnTo>
                  <a:lnTo>
                    <a:pt x="1792" y="1195"/>
                  </a:lnTo>
                  <a:lnTo>
                    <a:pt x="598" y="0"/>
                  </a:lnTo>
                  <a:close/>
                </a:path>
              </a:pathLst>
            </a:custGeom>
            <a:solidFill>
              <a:schemeClr val="tx2"/>
            </a:solidFill>
            <a:ln>
              <a:noFill/>
            </a:ln>
          </p:spPr>
          <p:txBody>
            <a:bodyPr rot="0" vert="horz" wrap="square" lIns="91440" tIns="45720" rIns="91440" bIns="45720" anchor="t" anchorCtr="0" upright="1">
              <a:noAutofit/>
            </a:bodyPr>
            <a:lstStyle/>
            <a:p>
              <a:endParaRPr lang="en-US"/>
            </a:p>
          </p:txBody>
        </p:sp>
        <p:sp>
          <p:nvSpPr>
            <p:cNvPr id="19" name="Freeform 10">
              <a:extLst>
                <a:ext uri="{FF2B5EF4-FFF2-40B4-BE49-F238E27FC236}">
                  <a16:creationId xmlns:a16="http://schemas.microsoft.com/office/drawing/2014/main" id="{524013C6-491C-CAA2-5BD6-7C73596711CC}"/>
                </a:ext>
              </a:extLst>
            </p:cNvPr>
            <p:cNvSpPr>
              <a:spLocks/>
            </p:cNvSpPr>
            <p:nvPr/>
          </p:nvSpPr>
          <p:spPr bwMode="auto">
            <a:xfrm>
              <a:off x="9285083" y="728289"/>
              <a:ext cx="2943850" cy="2943958"/>
            </a:xfrm>
            <a:custGeom>
              <a:avLst/>
              <a:gdLst>
                <a:gd name="T0" fmla="+- 0 11955 9566"/>
                <a:gd name="T1" fmla="*/ T0 w 2389"/>
                <a:gd name="T2" fmla="+- 0 1786 591"/>
                <a:gd name="T3" fmla="*/ 1786 h 2389"/>
                <a:gd name="T4" fmla="+- 0 10760 9566"/>
                <a:gd name="T5" fmla="*/ T4 w 2389"/>
                <a:gd name="T6" fmla="+- 0 591 591"/>
                <a:gd name="T7" fmla="*/ 591 h 2389"/>
                <a:gd name="T8" fmla="+- 0 9566 9566"/>
                <a:gd name="T9" fmla="*/ T8 w 2389"/>
                <a:gd name="T10" fmla="+- 0 1786 591"/>
                <a:gd name="T11" fmla="*/ 1786 h 2389"/>
                <a:gd name="T12" fmla="+- 0 10760 9566"/>
                <a:gd name="T13" fmla="*/ T12 w 2389"/>
                <a:gd name="T14" fmla="+- 0 2980 591"/>
                <a:gd name="T15" fmla="*/ 2980 h 2389"/>
                <a:gd name="T16" fmla="+- 0 11955 9566"/>
                <a:gd name="T17" fmla="*/ T16 w 2389"/>
                <a:gd name="T18" fmla="+- 0 1786 591"/>
                <a:gd name="T19" fmla="*/ 1786 h 2389"/>
              </a:gdLst>
              <a:ahLst/>
              <a:cxnLst>
                <a:cxn ang="0">
                  <a:pos x="T1" y="T3"/>
                </a:cxn>
                <a:cxn ang="0">
                  <a:pos x="T5" y="T7"/>
                </a:cxn>
                <a:cxn ang="0">
                  <a:pos x="T9" y="T11"/>
                </a:cxn>
                <a:cxn ang="0">
                  <a:pos x="T13" y="T15"/>
                </a:cxn>
                <a:cxn ang="0">
                  <a:pos x="T17" y="T19"/>
                </a:cxn>
              </a:cxnLst>
              <a:rect l="0" t="0" r="r" b="b"/>
              <a:pathLst>
                <a:path w="2389" h="2389">
                  <a:moveTo>
                    <a:pt x="2389" y="1195"/>
                  </a:moveTo>
                  <a:lnTo>
                    <a:pt x="1194" y="0"/>
                  </a:lnTo>
                  <a:lnTo>
                    <a:pt x="0" y="1195"/>
                  </a:lnTo>
                  <a:lnTo>
                    <a:pt x="1194" y="2389"/>
                  </a:lnTo>
                  <a:lnTo>
                    <a:pt x="2389" y="1195"/>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6318885" y="3499667"/>
            <a:ext cx="4939666" cy="254281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6347460"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457201"/>
            <a:ext cx="5198269" cy="2305050"/>
          </a:xfrm>
        </p:spPr>
        <p:txBody>
          <a:bodyPr lIns="0" tIns="274320">
            <a:normAutofit/>
          </a:bodyPr>
          <a:lstStyle>
            <a:lvl1pPr marL="457200" indent="-457200">
              <a:spcBef>
                <a:spcPts val="1800"/>
              </a:spcBef>
              <a:buFont typeface="+mj-lt"/>
              <a:buAutoNum type="arabicPeriod"/>
              <a:defRPr sz="2000"/>
            </a:lvl1pPr>
            <a:lvl2pPr marL="914400" indent="-457200">
              <a:spcBef>
                <a:spcPts val="1800"/>
              </a:spcBef>
              <a:buFont typeface="+mj-lt"/>
              <a:buAutoNum type="alphaLcPeriod"/>
              <a:defRPr sz="2000"/>
            </a:lvl2pPr>
            <a:lvl3pPr marL="1371600" indent="-457200">
              <a:spcBef>
                <a:spcPts val="1800"/>
              </a:spcBef>
              <a:buFont typeface="+mj-lt"/>
              <a:buAutoNum type="arabicParenR"/>
              <a:defRPr sz="2000"/>
            </a:lvl3pPr>
            <a:lvl4pPr marL="1371600" indent="0">
              <a:spcBef>
                <a:spcPts val="1800"/>
              </a:spcBef>
              <a:buFont typeface="+mj-lt"/>
              <a:buNone/>
              <a:defRPr sz="2000"/>
            </a:lvl4pPr>
            <a:lvl5pPr marL="2286000" indent="-457200">
              <a:spcBef>
                <a:spcPts val="1800"/>
              </a:spcBef>
              <a:buFont typeface="+mj-lt"/>
              <a:buAutoNum type="arabicPeriod"/>
              <a:defRPr sz="2000"/>
            </a:lvl5pPr>
          </a:lstStyle>
          <a:p>
            <a:pPr lvl="0"/>
            <a:r>
              <a:rPr lang="en-US"/>
              <a:t>Click to add content</a:t>
            </a:r>
          </a:p>
          <a:p>
            <a:pPr lvl="1"/>
            <a:r>
              <a:rPr lang="en-US"/>
              <a:t>Second level</a:t>
            </a:r>
          </a:p>
          <a:p>
            <a:pPr lvl="2"/>
            <a:r>
              <a:rPr lang="en-US"/>
              <a:t>Third level</a:t>
            </a:r>
          </a:p>
          <a:p>
            <a:pPr lvl="3"/>
            <a:endParaRPr lang="en-US"/>
          </a:p>
        </p:txBody>
      </p:sp>
      <p:sp>
        <p:nvSpPr>
          <p:cNvPr id="2" name="Content Placeholder 5">
            <a:extLst>
              <a:ext uri="{FF2B5EF4-FFF2-40B4-BE49-F238E27FC236}">
                <a16:creationId xmlns:a16="http://schemas.microsoft.com/office/drawing/2014/main" id="{3AC171DA-232D-44C1-6B93-40BACB298F4B}"/>
              </a:ext>
            </a:extLst>
          </p:cNvPr>
          <p:cNvSpPr>
            <a:spLocks noGrp="1"/>
          </p:cNvSpPr>
          <p:nvPr>
            <p:ph sz="quarter" idx="15" hasCustomPrompt="1"/>
          </p:nvPr>
        </p:nvSpPr>
        <p:spPr>
          <a:xfrm>
            <a:off x="594360" y="2810595"/>
            <a:ext cx="5198269" cy="3319513"/>
          </a:xfrm>
        </p:spPr>
        <p:txBody>
          <a:bodyPr lIns="0" tIns="45720" rIns="0" bIns="0">
            <a:normAutofit/>
          </a:bodyPr>
          <a:lstStyle>
            <a:lvl1pPr marL="0" indent="0">
              <a:spcBef>
                <a:spcPts val="1800"/>
              </a:spcBef>
              <a:buFont typeface="Arial" panose="020B0604020202020204" pitchFamily="34" charset="0"/>
              <a:buNone/>
              <a:defRPr sz="2000"/>
            </a:lvl1pPr>
            <a:lvl2pPr marL="283464" indent="-283464">
              <a:spcBef>
                <a:spcPts val="1800"/>
              </a:spcBef>
              <a:defRPr sz="2000"/>
            </a:lvl2pPr>
            <a:lvl3pPr marL="548640" indent="-283464">
              <a:spcBef>
                <a:spcPts val="1800"/>
              </a:spcBef>
              <a:defRPr sz="2000"/>
            </a:lvl3pPr>
            <a:lvl4pPr marL="822960" indent="-283464">
              <a:spcBef>
                <a:spcPts val="1800"/>
              </a:spcBef>
              <a:defRPr sz="2000"/>
            </a:lvl4pPr>
            <a:lvl5pPr marL="1005840"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554606805"/>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Content and Picture">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75310" y="278129"/>
            <a:ext cx="5063490" cy="2354026"/>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3" name="Content Placeholder 5">
            <a:extLst>
              <a:ext uri="{FF2B5EF4-FFF2-40B4-BE49-F238E27FC236}">
                <a16:creationId xmlns:a16="http://schemas.microsoft.com/office/drawing/2014/main" id="{1EF4505D-6803-3813-7738-049963427819}"/>
              </a:ext>
            </a:extLst>
          </p:cNvPr>
          <p:cNvSpPr>
            <a:spLocks noGrp="1"/>
          </p:cNvSpPr>
          <p:nvPr>
            <p:ph sz="quarter" idx="16" hasCustomPrompt="1"/>
          </p:nvPr>
        </p:nvSpPr>
        <p:spPr>
          <a:xfrm>
            <a:off x="594360" y="3279579"/>
            <a:ext cx="5044440" cy="2994415"/>
          </a:xfrm>
        </p:spPr>
        <p:txBody>
          <a:bodyPr lIns="0" tIns="228600" rIns="0" bIns="0">
            <a:normAutofit/>
          </a:bodyPr>
          <a:lstStyle>
            <a:lvl1pPr marL="0" indent="0">
              <a:spcBef>
                <a:spcPts val="1800"/>
              </a:spcBef>
              <a:buFont typeface="Arial" panose="020B0604020202020204" pitchFamily="34" charset="0"/>
              <a:buNone/>
              <a:defRPr sz="2000"/>
            </a:lvl1pPr>
            <a:lvl2pPr indent="-283464">
              <a:spcBef>
                <a:spcPts val="1800"/>
              </a:spcBef>
              <a:defRPr sz="2000"/>
            </a:lvl2pPr>
            <a:lvl3pPr indent="-283464">
              <a:spcBef>
                <a:spcPts val="1800"/>
              </a:spcBef>
              <a:defRPr sz="2000"/>
            </a:lvl3pPr>
            <a:lvl4pPr indent="-283464">
              <a:spcBef>
                <a:spcPts val="1800"/>
              </a:spcBef>
              <a:defRPr sz="2000"/>
            </a:lvl4pPr>
            <a:lvl5pPr indent="-283464">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997459"/>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12" name="Picture Placeholder 11">
            <a:extLst>
              <a:ext uri="{FF2B5EF4-FFF2-40B4-BE49-F238E27FC236}">
                <a16:creationId xmlns:a16="http://schemas.microsoft.com/office/drawing/2014/main" id="{4658637A-5D36-6127-19BC-C203E23FA49F}"/>
              </a:ext>
            </a:extLst>
          </p:cNvPr>
          <p:cNvSpPr>
            <a:spLocks noGrp="1"/>
          </p:cNvSpPr>
          <p:nvPr>
            <p:ph type="pic" sz="quarter" idx="15"/>
          </p:nvPr>
        </p:nvSpPr>
        <p:spPr>
          <a:xfrm>
            <a:off x="6096000" y="0"/>
            <a:ext cx="6118225" cy="6858000"/>
          </a:xfrm>
        </p:spPr>
        <p:txBody>
          <a:bodyPr>
            <a:normAutofit/>
          </a:bodyPr>
          <a:lstStyle>
            <a:lvl1pPr marL="0" indent="0" algn="ctr">
              <a:buNone/>
              <a:defRPr sz="2000">
                <a:solidFill>
                  <a:schemeClr val="bg1"/>
                </a:solidFill>
              </a:defRPr>
            </a:lvl1pPr>
          </a:lstStyle>
          <a:p>
            <a:r>
              <a:rPr lang="en-US"/>
              <a:t>Click icon to add picture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1429319764"/>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Content and Table">
    <p:bg>
      <p:bgPr>
        <a:solidFill>
          <a:schemeClr val="tx1"/>
        </a:solidFill>
        <a:effectLst/>
      </p:bgPr>
    </p:bg>
    <p:spTree>
      <p:nvGrpSpPr>
        <p:cNvPr id="1" name=""/>
        <p:cNvGrpSpPr/>
        <p:nvPr/>
      </p:nvGrpSpPr>
      <p:grpSpPr>
        <a:xfrm>
          <a:off x="0" y="0"/>
          <a:ext cx="0" cy="0"/>
          <a:chOff x="0" y="0"/>
          <a:chExt cx="0" cy="0"/>
        </a:xfrm>
      </p:grpSpPr>
      <p:grpSp>
        <p:nvGrpSpPr>
          <p:cNvPr id="5" name="Group 4">
            <a:extLst>
              <a:ext uri="{FF2B5EF4-FFF2-40B4-BE49-F238E27FC236}">
                <a16:creationId xmlns:a16="http://schemas.microsoft.com/office/drawing/2014/main" id="{CF555767-B3D8-BD57-1D42-7F6E1E66892B}"/>
              </a:ext>
              <a:ext uri="{C183D7F6-B498-43B3-948B-1728B52AA6E4}">
                <adec:decorative xmlns:adec="http://schemas.microsoft.com/office/drawing/2017/decorative" val="1"/>
              </a:ext>
            </a:extLst>
          </p:cNvPr>
          <p:cNvGrpSpPr>
            <a:grpSpLocks/>
          </p:cNvGrpSpPr>
          <p:nvPr userDrawn="1"/>
        </p:nvGrpSpPr>
        <p:grpSpPr bwMode="auto">
          <a:xfrm rot="16200000" flipV="1">
            <a:off x="0" y="3900132"/>
            <a:ext cx="2959226" cy="2959226"/>
            <a:chOff x="0" y="12289"/>
            <a:chExt cx="3550" cy="3551"/>
          </a:xfrm>
        </p:grpSpPr>
        <p:sp>
          <p:nvSpPr>
            <p:cNvPr id="9" name="Freeform 13">
              <a:extLst>
                <a:ext uri="{FF2B5EF4-FFF2-40B4-BE49-F238E27FC236}">
                  <a16:creationId xmlns:a16="http://schemas.microsoft.com/office/drawing/2014/main" id="{BC972B6D-098C-52F6-E990-52623B368FB1}"/>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5" name="Freeform 14">
              <a:extLst>
                <a:ext uri="{FF2B5EF4-FFF2-40B4-BE49-F238E27FC236}">
                  <a16:creationId xmlns:a16="http://schemas.microsoft.com/office/drawing/2014/main" id="{3F0D3EE3-9A8C-531D-1EEE-1AFAB9F3BCAE}"/>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7" name="Freeform 15">
              <a:extLst>
                <a:ext uri="{FF2B5EF4-FFF2-40B4-BE49-F238E27FC236}">
                  <a16:creationId xmlns:a16="http://schemas.microsoft.com/office/drawing/2014/main" id="{A2BE192C-1768-890B-EC1B-5ED6E1F82590}"/>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3661409" y="4661717"/>
            <a:ext cx="7936230" cy="1380760"/>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3670935" y="631317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603885" y="584005"/>
            <a:ext cx="2825115" cy="3999060"/>
          </a:xfrm>
        </p:spPr>
        <p:txBody>
          <a:bodyPr lIns="0" tIns="274320">
            <a:normAutofit/>
          </a:bodyPr>
          <a:lstStyle>
            <a:lvl1pPr marL="0" indent="0">
              <a:spcBef>
                <a:spcPts val="1800"/>
              </a:spcBef>
              <a:buFont typeface="Arial" panose="020B0604020202020204" pitchFamily="34" charset="0"/>
              <a:buNone/>
              <a:defRPr sz="2000"/>
            </a:lvl1pPr>
            <a:lvl2pPr marL="457200" indent="0">
              <a:spcBef>
                <a:spcPts val="1800"/>
              </a:spcBef>
              <a:buNone/>
              <a:defRPr sz="2000"/>
            </a:lvl2pPr>
            <a:lvl3pPr marL="914400" indent="0">
              <a:spcBef>
                <a:spcPts val="1800"/>
              </a:spcBef>
              <a:buNone/>
              <a:defRPr sz="2000"/>
            </a:lvl3pPr>
            <a:lvl4pPr marL="1371600" indent="0">
              <a:spcBef>
                <a:spcPts val="1800"/>
              </a:spcBef>
              <a:buNone/>
              <a:defRPr sz="2000"/>
            </a:lvl4pPr>
            <a:lvl5pPr marL="1828800" indent="0">
              <a:spcBef>
                <a:spcPts val="1800"/>
              </a:spcBef>
              <a:buNone/>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3670934" y="584005"/>
            <a:ext cx="7926705" cy="399906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Tree>
    <p:extLst>
      <p:ext uri="{BB962C8B-B14F-4D97-AF65-F5344CB8AC3E}">
        <p14:creationId xmlns:p14="http://schemas.microsoft.com/office/powerpoint/2010/main" val="2244329111"/>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nd Two Content">
    <p:bg>
      <p:bgPr>
        <a:solidFill>
          <a:schemeClr val="tx1"/>
        </a:solidFill>
        <a:effectLst/>
      </p:bgPr>
    </p:bg>
    <p:spTree>
      <p:nvGrpSpPr>
        <p:cNvPr id="1" name=""/>
        <p:cNvGrpSpPr/>
        <p:nvPr/>
      </p:nvGrpSpPr>
      <p:grpSpPr>
        <a:xfrm>
          <a:off x="0" y="0"/>
          <a:ext cx="0" cy="0"/>
          <a:chOff x="0" y="0"/>
          <a:chExt cx="0" cy="0"/>
        </a:xfrm>
      </p:grpSpPr>
      <p:grpSp>
        <p:nvGrpSpPr>
          <p:cNvPr id="11" name="Group 10">
            <a:extLst>
              <a:ext uri="{FF2B5EF4-FFF2-40B4-BE49-F238E27FC236}">
                <a16:creationId xmlns:a16="http://schemas.microsoft.com/office/drawing/2014/main" id="{C97D5AF2-684A-4A8D-3D82-B57D7AC44677}"/>
              </a:ext>
              <a:ext uri="{C183D7F6-B498-43B3-948B-1728B52AA6E4}">
                <adec:decorative xmlns:adec="http://schemas.microsoft.com/office/drawing/2017/decorative" val="1"/>
              </a:ext>
            </a:extLst>
          </p:cNvPr>
          <p:cNvGrpSpPr>
            <a:grpSpLocks/>
          </p:cNvGrpSpPr>
          <p:nvPr userDrawn="1"/>
        </p:nvGrpSpPr>
        <p:grpSpPr bwMode="auto">
          <a:xfrm rot="10800000">
            <a:off x="8870040" y="0"/>
            <a:ext cx="3325208" cy="3325208"/>
            <a:chOff x="0" y="12289"/>
            <a:chExt cx="3550" cy="3551"/>
          </a:xfrm>
        </p:grpSpPr>
        <p:sp>
          <p:nvSpPr>
            <p:cNvPr id="12" name="Freeform 4">
              <a:extLst>
                <a:ext uri="{FF2B5EF4-FFF2-40B4-BE49-F238E27FC236}">
                  <a16:creationId xmlns:a16="http://schemas.microsoft.com/office/drawing/2014/main" id="{8CF5F650-F8F0-F4FE-44DA-1F14ADE428B2}"/>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3" name="Freeform 5">
              <a:extLst>
                <a:ext uri="{FF2B5EF4-FFF2-40B4-BE49-F238E27FC236}">
                  <a16:creationId xmlns:a16="http://schemas.microsoft.com/office/drawing/2014/main" id="{18870924-E47D-404F-59B5-BD1C58F7B04C}"/>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4" name="Freeform 7">
              <a:extLst>
                <a:ext uri="{FF2B5EF4-FFF2-40B4-BE49-F238E27FC236}">
                  <a16:creationId xmlns:a16="http://schemas.microsoft.com/office/drawing/2014/main" id="{80806A65-E4FC-2F52-65B3-CC181E620C29}"/>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198408"/>
            <a:ext cx="10972800" cy="1574317"/>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
        <p:nvSpPr>
          <p:cNvPr id="6" name="Content Placeholder 5">
            <a:extLst>
              <a:ext uri="{FF2B5EF4-FFF2-40B4-BE49-F238E27FC236}">
                <a16:creationId xmlns:a16="http://schemas.microsoft.com/office/drawing/2014/main" id="{5BCAAA28-C292-C527-AD35-90836B8BB978}"/>
              </a:ext>
            </a:extLst>
          </p:cNvPr>
          <p:cNvSpPr>
            <a:spLocks noGrp="1"/>
          </p:cNvSpPr>
          <p:nvPr>
            <p:ph sz="quarter" idx="13" hasCustomPrompt="1"/>
          </p:nvPr>
        </p:nvSpPr>
        <p:spPr>
          <a:xfrm>
            <a:off x="595523" y="2676525"/>
            <a:ext cx="5746750" cy="3597470"/>
          </a:xfrm>
        </p:spPr>
        <p:txBody>
          <a:bodyPr lIns="0">
            <a:normAutofit/>
          </a:bodyPr>
          <a:lstStyle>
            <a:lvl1pPr marL="0" indent="0">
              <a:spcBef>
                <a:spcPts val="1800"/>
              </a:spcBef>
              <a:buNone/>
              <a:defRPr sz="2000"/>
            </a:lvl1pPr>
            <a:lvl2pPr>
              <a:spcBef>
                <a:spcPts val="6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7" name="Content Placeholder 5">
            <a:extLst>
              <a:ext uri="{FF2B5EF4-FFF2-40B4-BE49-F238E27FC236}">
                <a16:creationId xmlns:a16="http://schemas.microsoft.com/office/drawing/2014/main" id="{8007FA9C-C4D5-89EC-C457-5F329A338E1E}"/>
              </a:ext>
            </a:extLst>
          </p:cNvPr>
          <p:cNvSpPr>
            <a:spLocks noGrp="1"/>
          </p:cNvSpPr>
          <p:nvPr>
            <p:ph sz="quarter" idx="14" hasCustomPrompt="1"/>
          </p:nvPr>
        </p:nvSpPr>
        <p:spPr>
          <a:xfrm>
            <a:off x="7620000" y="2676525"/>
            <a:ext cx="3947160" cy="3597470"/>
          </a:xfrm>
        </p:spPr>
        <p:txBody>
          <a:bodyPr lIns="0">
            <a:normAutofit/>
          </a:bodyPr>
          <a:lstStyle>
            <a:lvl1pPr marL="342900" indent="-342900">
              <a:spcBef>
                <a:spcPts val="1800"/>
              </a:spcBef>
              <a:buFont typeface="Arial" panose="020B0604020202020204" pitchFamily="34" charset="0"/>
              <a:buChar char="•"/>
              <a:defRPr sz="2000"/>
            </a:lvl1pPr>
            <a:lvl2pPr>
              <a:spcBef>
                <a:spcPts val="1800"/>
              </a:spcBef>
              <a:defRPr sz="2000"/>
            </a:lvl2pPr>
            <a:lvl3pPr>
              <a:spcBef>
                <a:spcPts val="1800"/>
              </a:spcBef>
              <a:defRPr sz="2000"/>
            </a:lvl3pPr>
            <a:lvl4pPr>
              <a:spcBef>
                <a:spcPts val="1800"/>
              </a:spcBef>
              <a:defRPr sz="2000"/>
            </a:lvl4pPr>
            <a:lvl5pPr>
              <a:spcBef>
                <a:spcPts val="1800"/>
              </a:spcBef>
              <a:defRPr sz="2000"/>
            </a:lvl5pPr>
          </a:lstStyle>
          <a:p>
            <a:pPr lvl="0"/>
            <a:r>
              <a:rPr lang="en-US"/>
              <a:t>Click to add content</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Tree>
    <p:extLst>
      <p:ext uri="{BB962C8B-B14F-4D97-AF65-F5344CB8AC3E}">
        <p14:creationId xmlns:p14="http://schemas.microsoft.com/office/powerpoint/2010/main" val="649744719"/>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able 2">
    <p:bg>
      <p:bgPr>
        <a:solidFill>
          <a:schemeClr val="tx1"/>
        </a:solidFill>
        <a:effectLst/>
      </p:bgPr>
    </p:bg>
    <p:spTree>
      <p:nvGrpSpPr>
        <p:cNvPr id="1" name=""/>
        <p:cNvGrpSpPr/>
        <p:nvPr/>
      </p:nvGrpSpPr>
      <p:grpSpPr>
        <a:xfrm>
          <a:off x="0" y="0"/>
          <a:ext cx="0" cy="0"/>
          <a:chOff x="0" y="0"/>
          <a:chExt cx="0" cy="0"/>
        </a:xfrm>
      </p:grpSpPr>
      <p:sp>
        <p:nvSpPr>
          <p:cNvPr id="16" name="Title 1">
            <a:extLst>
              <a:ext uri="{FF2B5EF4-FFF2-40B4-BE49-F238E27FC236}">
                <a16:creationId xmlns:a16="http://schemas.microsoft.com/office/drawing/2014/main" id="{109B023A-F28F-184D-BA48-3F1C0502AE0A}"/>
              </a:ext>
            </a:extLst>
          </p:cNvPr>
          <p:cNvSpPr>
            <a:spLocks noGrp="1"/>
          </p:cNvSpPr>
          <p:nvPr>
            <p:ph type="title" hasCustomPrompt="1"/>
          </p:nvPr>
        </p:nvSpPr>
        <p:spPr>
          <a:xfrm>
            <a:off x="594360" y="202400"/>
            <a:ext cx="10972800" cy="1570325"/>
          </a:xfrm>
          <a:prstGeom prst="rect">
            <a:avLst/>
          </a:prstGeom>
        </p:spPr>
        <p:txBody>
          <a:bodyPr lIns="0" tIns="0" rIns="0" bIns="0" anchor="b" anchorCtr="0">
            <a:noAutofit/>
          </a:bodyPr>
          <a:lstStyle>
            <a:lvl1pPr>
              <a:defRPr sz="4400" b="1" i="0">
                <a:solidFill>
                  <a:schemeClr val="bg1"/>
                </a:solidFill>
                <a:latin typeface="+mj-lt"/>
              </a:defRPr>
            </a:lvl1pPr>
          </a:lstStyle>
          <a:p>
            <a:r>
              <a:rPr lang="en-US"/>
              <a:t>Click to add title </a:t>
            </a:r>
          </a:p>
        </p:txBody>
      </p:sp>
      <p:sp>
        <p:nvSpPr>
          <p:cNvPr id="9" name="Table Placeholder 2">
            <a:extLst>
              <a:ext uri="{FF2B5EF4-FFF2-40B4-BE49-F238E27FC236}">
                <a16:creationId xmlns:a16="http://schemas.microsoft.com/office/drawing/2014/main" id="{1506B022-475A-6647-98FF-D5C319A0C7C4}"/>
              </a:ext>
            </a:extLst>
          </p:cNvPr>
          <p:cNvSpPr>
            <a:spLocks noGrp="1"/>
          </p:cNvSpPr>
          <p:nvPr>
            <p:ph type="tbl" sz="quarter" idx="10"/>
          </p:nvPr>
        </p:nvSpPr>
        <p:spPr>
          <a:xfrm>
            <a:off x="594360" y="2628629"/>
            <a:ext cx="10972800" cy="3636740"/>
          </a:xfrm>
        </p:spPr>
        <p:txBody>
          <a:bodyPr>
            <a:noAutofit/>
          </a:bodyPr>
          <a:lstStyle>
            <a:lvl1pPr>
              <a:defRPr/>
            </a:lvl1pPr>
          </a:lstStyle>
          <a:p>
            <a:r>
              <a:rPr lang="en-US"/>
              <a:t>Click icon to add table</a:t>
            </a:r>
          </a:p>
        </p:txBody>
      </p:sp>
      <p:sp>
        <p:nvSpPr>
          <p:cNvPr id="10" name="Slide Number Placeholder 9">
            <a:extLst>
              <a:ext uri="{FF2B5EF4-FFF2-40B4-BE49-F238E27FC236}">
                <a16:creationId xmlns:a16="http://schemas.microsoft.com/office/drawing/2014/main" id="{05D79B4B-A9BD-581F-536E-DE7CF728F84E}"/>
              </a:ext>
            </a:extLst>
          </p:cNvPr>
          <p:cNvSpPr>
            <a:spLocks noGrp="1"/>
          </p:cNvSpPr>
          <p:nvPr>
            <p:ph type="sldNum" sz="quarter" idx="12"/>
          </p:nvPr>
        </p:nvSpPr>
        <p:spPr/>
        <p:txBody>
          <a:bodyPr/>
          <a:lstStyle/>
          <a:p>
            <a:fld id="{294A09A9-5501-47C1-A89A-A340965A2BE2}" type="slidenum">
              <a:rPr lang="en-US" smtClean="0"/>
              <a:pPr/>
              <a:t>‹#›</a:t>
            </a:fld>
            <a:endParaRPr lang="en-US">
              <a:latin typeface="+mn-lt"/>
            </a:endParaRPr>
          </a:p>
        </p:txBody>
      </p:sp>
      <p:sp>
        <p:nvSpPr>
          <p:cNvPr id="8" name="Date Placeholder 7">
            <a:extLst>
              <a:ext uri="{FF2B5EF4-FFF2-40B4-BE49-F238E27FC236}">
                <a16:creationId xmlns:a16="http://schemas.microsoft.com/office/drawing/2014/main" id="{C5EA2E64-5690-A56B-7051-476EC7BADA55}"/>
              </a:ext>
            </a:extLst>
          </p:cNvPr>
          <p:cNvSpPr>
            <a:spLocks noGrp="1"/>
          </p:cNvSpPr>
          <p:nvPr>
            <p:ph type="dt" sz="half" idx="11"/>
          </p:nvPr>
        </p:nvSpPr>
        <p:spPr/>
        <p:txBody>
          <a:bodyPr/>
          <a:lstStyle/>
          <a:p>
            <a:endParaRPr lang="en-US">
              <a:latin typeface="+mn-lt"/>
            </a:endParaRPr>
          </a:p>
        </p:txBody>
      </p:sp>
      <p:cxnSp>
        <p:nvCxnSpPr>
          <p:cNvPr id="4" name="Straight Connector 3">
            <a:extLst>
              <a:ext uri="{FF2B5EF4-FFF2-40B4-BE49-F238E27FC236}">
                <a16:creationId xmlns:a16="http://schemas.microsoft.com/office/drawing/2014/main" id="{E66081BA-9135-73B1-DCE5-77FD12431F13}"/>
              </a:ext>
              <a:ext uri="{C183D7F6-B498-43B3-948B-1728B52AA6E4}">
                <adec:decorative xmlns:adec="http://schemas.microsoft.com/office/drawing/2017/decorative" val="1"/>
              </a:ext>
            </a:extLst>
          </p:cNvPr>
          <p:cNvCxnSpPr>
            <a:cxnSpLocks/>
          </p:cNvCxnSpPr>
          <p:nvPr userDrawn="1"/>
        </p:nvCxnSpPr>
        <p:spPr>
          <a:xfrm>
            <a:off x="594360" y="2148840"/>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310410957"/>
      </p:ext>
    </p:extLst>
  </p:cSld>
  <p:clrMapOvr>
    <a:masterClrMapping/>
  </p:clrMapOvr>
  <p:extLst>
    <p:ext uri="{DCECCB84-F9BA-43D5-87BE-67443E8EF086}">
      <p15:sldGuideLst xmlns:p15="http://schemas.microsoft.com/office/powerpoint/2012/main">
        <p15:guide id="1" pos="600">
          <p15:clr>
            <a:srgbClr val="FBAE40"/>
          </p15:clr>
        </p15:guide>
        <p15:guide id="2" pos="7080">
          <p15:clr>
            <a:srgbClr val="FBAE40"/>
          </p15:clr>
        </p15:guide>
        <p15:guide id="3" pos="2880">
          <p15:clr>
            <a:srgbClr val="FBAE40"/>
          </p15:clr>
        </p15:guide>
        <p15:guide id="4" pos="5160">
          <p15:clr>
            <a:srgbClr val="FBAE40"/>
          </p15:clr>
        </p15:guide>
        <p15:guide id="5" pos="2520">
          <p15:clr>
            <a:srgbClr val="FBAE40"/>
          </p15:clr>
        </p15:guide>
        <p15:guide id="6" pos="4800">
          <p15:clr>
            <a:srgbClr val="FBAE40"/>
          </p15:clr>
        </p15:guide>
        <p15:guide id="7" orient="horz" pos="1224">
          <p15:clr>
            <a:srgbClr val="FBAE40"/>
          </p15:clr>
        </p15:guide>
        <p15:guide id="8" orient="horz" pos="1392">
          <p15:clr>
            <a:srgbClr val="FBAE40"/>
          </p15:clr>
        </p15:guide>
        <p15:guide id="10" orient="horz" pos="552">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3">
    <p:bg>
      <p:bgPr>
        <a:solidFill>
          <a:schemeClr val="tx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B6987D-0137-DE42-B76B-FF621E808D90}"/>
              </a:ext>
            </a:extLst>
          </p:cNvPr>
          <p:cNvSpPr>
            <a:spLocks noGrp="1"/>
          </p:cNvSpPr>
          <p:nvPr>
            <p:ph type="ctrTitle" hasCustomPrompt="1"/>
          </p:nvPr>
        </p:nvSpPr>
        <p:spPr>
          <a:xfrm>
            <a:off x="594360" y="411479"/>
            <a:ext cx="5486400" cy="3291840"/>
          </a:xfrm>
          <a:prstGeom prst="rect">
            <a:avLst/>
          </a:prstGeom>
        </p:spPr>
        <p:txBody>
          <a:bodyPr lIns="0" tIns="0" rIns="0" bIns="0" anchor="b">
            <a:noAutofit/>
          </a:bodyPr>
          <a:lstStyle>
            <a:lvl1pPr algn="l">
              <a:lnSpc>
                <a:spcPct val="80000"/>
              </a:lnSpc>
              <a:defRPr sz="6000" b="1" i="0" spc="100" baseline="0">
                <a:solidFill>
                  <a:schemeClr val="bg1"/>
                </a:solidFill>
                <a:latin typeface="+mj-lt"/>
              </a:defRPr>
            </a:lvl1pPr>
          </a:lstStyle>
          <a:p>
            <a:r>
              <a:rPr lang="en-US"/>
              <a:t>Click to add title </a:t>
            </a:r>
          </a:p>
        </p:txBody>
      </p:sp>
      <p:grpSp>
        <p:nvGrpSpPr>
          <p:cNvPr id="9" name="Group 8">
            <a:extLst>
              <a:ext uri="{FF2B5EF4-FFF2-40B4-BE49-F238E27FC236}">
                <a16:creationId xmlns:a16="http://schemas.microsoft.com/office/drawing/2014/main" id="{C26C18C3-ED25-DD4B-BA72-24932D54DE37}"/>
              </a:ext>
              <a:ext uri="{C183D7F6-B498-43B3-948B-1728B52AA6E4}">
                <adec:decorative xmlns:adec="http://schemas.microsoft.com/office/drawing/2017/decorative" val="1"/>
              </a:ext>
            </a:extLst>
          </p:cNvPr>
          <p:cNvGrpSpPr>
            <a:grpSpLocks/>
          </p:cNvGrpSpPr>
          <p:nvPr userDrawn="1"/>
        </p:nvGrpSpPr>
        <p:grpSpPr bwMode="auto">
          <a:xfrm flipH="1" flipV="1">
            <a:off x="6092752" y="0"/>
            <a:ext cx="6099248" cy="6099248"/>
            <a:chOff x="0" y="12289"/>
            <a:chExt cx="3550" cy="3551"/>
          </a:xfrm>
        </p:grpSpPr>
        <p:sp>
          <p:nvSpPr>
            <p:cNvPr id="10" name="Freeform 9">
              <a:extLst>
                <a:ext uri="{FF2B5EF4-FFF2-40B4-BE49-F238E27FC236}">
                  <a16:creationId xmlns:a16="http://schemas.microsoft.com/office/drawing/2014/main" id="{C07CC263-2515-F147-8CC5-F8E9FF9FA8E4}"/>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1" name="Freeform 10">
              <a:extLst>
                <a:ext uri="{FF2B5EF4-FFF2-40B4-BE49-F238E27FC236}">
                  <a16:creationId xmlns:a16="http://schemas.microsoft.com/office/drawing/2014/main" id="{43B40037-7481-524B-8685-404D965690F2}"/>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12" name="Freeform 11">
              <a:extLst>
                <a:ext uri="{FF2B5EF4-FFF2-40B4-BE49-F238E27FC236}">
                  <a16:creationId xmlns:a16="http://schemas.microsoft.com/office/drawing/2014/main" id="{7B759713-8408-EE47-9394-3DA6F5E4B624}"/>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sp>
        <p:nvSpPr>
          <p:cNvPr id="18" name="Text Placeholder 29">
            <a:extLst>
              <a:ext uri="{FF2B5EF4-FFF2-40B4-BE49-F238E27FC236}">
                <a16:creationId xmlns:a16="http://schemas.microsoft.com/office/drawing/2014/main" id="{276A9CD7-E675-3048-86D3-3546A2F6B456}"/>
              </a:ext>
            </a:extLst>
          </p:cNvPr>
          <p:cNvSpPr>
            <a:spLocks noGrp="1"/>
          </p:cNvSpPr>
          <p:nvPr>
            <p:ph type="body" sz="quarter" idx="11" hasCustomPrompt="1"/>
          </p:nvPr>
        </p:nvSpPr>
        <p:spPr>
          <a:xfrm>
            <a:off x="594360" y="4549552"/>
            <a:ext cx="5486400" cy="1645920"/>
          </a:xfrm>
        </p:spPr>
        <p:txBody>
          <a:bodyPr lIns="0" tIns="0" rIns="0" bIns="0">
            <a:noAutofit/>
          </a:bodyPr>
          <a:lstStyle>
            <a:lvl1pPr marL="0" indent="0">
              <a:buNone/>
              <a:defRPr sz="2400" b="1" i="0">
                <a:solidFill>
                  <a:schemeClr val="tx2">
                    <a:lumMod val="75000"/>
                  </a:schemeClr>
                </a:solidFill>
                <a:latin typeface="+mn-lt"/>
              </a:defRPr>
            </a:lvl1pPr>
            <a:lvl2pPr>
              <a:defRPr sz="4000"/>
            </a:lvl2pPr>
            <a:lvl3pPr>
              <a:defRPr sz="4000"/>
            </a:lvl3pPr>
            <a:lvl4pPr>
              <a:defRPr sz="4000"/>
            </a:lvl4pPr>
            <a:lvl5pPr>
              <a:defRPr sz="4000"/>
            </a:lvl5pPr>
          </a:lstStyle>
          <a:p>
            <a:pPr lvl="0"/>
            <a:r>
              <a:rPr lang="en-US"/>
              <a:t>Click to add text</a:t>
            </a:r>
          </a:p>
        </p:txBody>
      </p:sp>
      <p:cxnSp>
        <p:nvCxnSpPr>
          <p:cNvPr id="4" name="Straight Connector 3">
            <a:extLst>
              <a:ext uri="{FF2B5EF4-FFF2-40B4-BE49-F238E27FC236}">
                <a16:creationId xmlns:a16="http://schemas.microsoft.com/office/drawing/2014/main" id="{58B149C6-5AAC-B8E5-5411-EA38821F6754}"/>
              </a:ext>
              <a:ext uri="{C183D7F6-B498-43B3-948B-1728B52AA6E4}">
                <adec:decorative xmlns:adec="http://schemas.microsoft.com/office/drawing/2017/decorative" val="1"/>
              </a:ext>
            </a:extLst>
          </p:cNvPr>
          <p:cNvCxnSpPr>
            <a:cxnSpLocks/>
          </p:cNvCxnSpPr>
          <p:nvPr userDrawn="1"/>
        </p:nvCxnSpPr>
        <p:spPr>
          <a:xfrm>
            <a:off x="594360" y="3950208"/>
            <a:ext cx="2133600" cy="3992"/>
          </a:xfrm>
          <a:prstGeom prst="line">
            <a:avLst/>
          </a:prstGeom>
          <a:ln w="101600">
            <a:solidFill>
              <a:schemeClr val="tx2">
                <a:lumMod val="75000"/>
              </a:schemeClr>
            </a:solidFill>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669273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EED84C6-50E6-6C43-8031-AFF6268E0C06}"/>
              </a:ext>
            </a:extLst>
          </p:cNvPr>
          <p:cNvSpPr>
            <a:spLocks noGrp="1"/>
          </p:cNvSpPr>
          <p:nvPr>
            <p:ph type="body" idx="1"/>
          </p:nvPr>
        </p:nvSpPr>
        <p:spPr>
          <a:xfrm>
            <a:off x="594360" y="1825625"/>
            <a:ext cx="1038225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itle Placeholder 11">
            <a:extLst>
              <a:ext uri="{FF2B5EF4-FFF2-40B4-BE49-F238E27FC236}">
                <a16:creationId xmlns:a16="http://schemas.microsoft.com/office/drawing/2014/main" id="{D41FC0AE-253D-D242-9C88-017078F8A23A}"/>
              </a:ext>
            </a:extLst>
          </p:cNvPr>
          <p:cNvSpPr>
            <a:spLocks noGrp="1"/>
          </p:cNvSpPr>
          <p:nvPr>
            <p:ph type="title"/>
          </p:nvPr>
        </p:nvSpPr>
        <p:spPr>
          <a:xfrm>
            <a:off x="594360" y="365125"/>
            <a:ext cx="10401300" cy="1325563"/>
          </a:xfrm>
          <a:prstGeom prst="rect">
            <a:avLst/>
          </a:prstGeom>
        </p:spPr>
        <p:txBody>
          <a:bodyPr vert="horz" lIns="91440" tIns="45720" rIns="91440" bIns="45720" rtlCol="0" anchor="ctr">
            <a:normAutofit/>
          </a:bodyPr>
          <a:lstStyle/>
          <a:p>
            <a:r>
              <a:rPr lang="en-US"/>
              <a:t>Click to edit Master title style</a:t>
            </a:r>
          </a:p>
        </p:txBody>
      </p:sp>
      <p:sp>
        <p:nvSpPr>
          <p:cNvPr id="30" name="Date Placeholder 3">
            <a:extLst>
              <a:ext uri="{FF2B5EF4-FFF2-40B4-BE49-F238E27FC236}">
                <a16:creationId xmlns:a16="http://schemas.microsoft.com/office/drawing/2014/main" id="{EF47083A-6D76-4B4D-87CA-E08E212F781D}"/>
              </a:ext>
            </a:extLst>
          </p:cNvPr>
          <p:cNvSpPr>
            <a:spLocks noGrp="1"/>
          </p:cNvSpPr>
          <p:nvPr>
            <p:ph type="dt" sz="half" idx="2"/>
          </p:nvPr>
        </p:nvSpPr>
        <p:spPr>
          <a:xfrm>
            <a:off x="1133648" y="6332220"/>
            <a:ext cx="1313180" cy="247651"/>
          </a:xfrm>
          <a:prstGeom prst="rect">
            <a:avLst/>
          </a:prstGeom>
        </p:spPr>
        <p:txBody>
          <a:bodyPr vert="horz" lIns="0" tIns="0" rIns="0" bIns="0" rtlCol="0" anchor="t" anchorCtr="0"/>
          <a:lstStyle>
            <a:lvl1pPr algn="l">
              <a:defRPr sz="1100" b="0" i="0">
                <a:solidFill>
                  <a:schemeClr val="bg1"/>
                </a:solidFill>
                <a:latin typeface="+mn-lt"/>
              </a:defRPr>
            </a:lvl1pPr>
          </a:lstStyle>
          <a:p>
            <a:endParaRPr lang="en-US">
              <a:latin typeface="+mn-lt"/>
            </a:endParaRPr>
          </a:p>
        </p:txBody>
      </p:sp>
      <p:sp>
        <p:nvSpPr>
          <p:cNvPr id="32" name="Slide Number Placeholder 5">
            <a:extLst>
              <a:ext uri="{FF2B5EF4-FFF2-40B4-BE49-F238E27FC236}">
                <a16:creationId xmlns:a16="http://schemas.microsoft.com/office/drawing/2014/main" id="{C8ADA0DF-3751-9A48-8A21-59F01C782D7C}"/>
              </a:ext>
            </a:extLst>
          </p:cNvPr>
          <p:cNvSpPr>
            <a:spLocks noGrp="1"/>
          </p:cNvSpPr>
          <p:nvPr>
            <p:ph type="sldNum" sz="quarter" idx="4"/>
          </p:nvPr>
        </p:nvSpPr>
        <p:spPr>
          <a:xfrm>
            <a:off x="594360" y="6332220"/>
            <a:ext cx="523240" cy="247651"/>
          </a:xfrm>
          <a:prstGeom prst="rect">
            <a:avLst/>
          </a:prstGeom>
        </p:spPr>
        <p:txBody>
          <a:bodyPr vert="horz" lIns="0" tIns="0" rIns="0" bIns="0" rtlCol="0" anchor="t" anchorCtr="0"/>
          <a:lstStyle>
            <a:lvl1pPr algn="l">
              <a:defRPr sz="1100" b="1" i="0">
                <a:solidFill>
                  <a:schemeClr val="bg1"/>
                </a:solidFill>
                <a:latin typeface="+mn-lt"/>
              </a:defRPr>
            </a:lvl1pPr>
          </a:lstStyle>
          <a:p>
            <a:fld id="{294A09A9-5501-47C1-A89A-A340965A2BE2}" type="slidenum">
              <a:rPr lang="en-US" smtClean="0"/>
              <a:pPr/>
              <a:t>‹#›</a:t>
            </a:fld>
            <a:endParaRPr lang="en-US"/>
          </a:p>
        </p:txBody>
      </p:sp>
    </p:spTree>
    <p:extLst>
      <p:ext uri="{BB962C8B-B14F-4D97-AF65-F5344CB8AC3E}">
        <p14:creationId xmlns:p14="http://schemas.microsoft.com/office/powerpoint/2010/main" val="3515892240"/>
      </p:ext>
    </p:extLst>
  </p:cSld>
  <p:clrMap bg1="dk1" tx1="lt1" bg2="dk2" tx2="lt2" accent1="accent1" accent2="accent2" accent3="accent3" accent4="accent4" accent5="accent5" accent6="accent6" hlink="hlink" folHlink="folHlink"/>
  <p:sldLayoutIdLst>
    <p:sldLayoutId id="2147483711" r:id="rId1"/>
    <p:sldLayoutId id="2147483698" r:id="rId2"/>
    <p:sldLayoutId id="2147483710" r:id="rId3"/>
    <p:sldLayoutId id="2147483700" r:id="rId4"/>
    <p:sldLayoutId id="2147483701" r:id="rId5"/>
    <p:sldLayoutId id="2147483659" r:id="rId6"/>
    <p:sldLayoutId id="2147483709" r:id="rId7"/>
    <p:sldLayoutId id="2147483708" r:id="rId8"/>
    <p:sldLayoutId id="2147483707" r:id="rId9"/>
    <p:sldLayoutId id="2147483706" r:id="rId10"/>
    <p:sldLayoutId id="2147483705" r:id="rId11"/>
    <p:sldLayoutId id="2147483704" r:id="rId12"/>
    <p:sldLayoutId id="2147483703" r:id="rId13"/>
  </p:sldLayoutIdLst>
  <p:hf sldNum="0" hdr="0" ftr="0" dt="0"/>
  <p:txStyles>
    <p:titleStyle>
      <a:lvl1pPr algn="l" defTabSz="914400" rtl="0" eaLnBrk="1" latinLnBrk="0" hangingPunct="1">
        <a:lnSpc>
          <a:spcPct val="80000"/>
        </a:lnSpc>
        <a:spcBef>
          <a:spcPct val="0"/>
        </a:spcBef>
        <a:buNone/>
        <a:defRPr sz="4400" b="1" i="0" kern="1200" spc="100" baseline="0">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28600" indent="-283464" algn="l" defTabSz="914400" rtl="0" eaLnBrk="1" latinLnBrk="0" hangingPunct="1">
        <a:lnSpc>
          <a:spcPct val="90000"/>
        </a:lnSpc>
        <a:spcBef>
          <a:spcPts val="1000"/>
        </a:spcBef>
        <a:buFont typeface="Arial" panose="020B0604020202020204" pitchFamily="34" charset="0"/>
        <a:buChar char="•"/>
        <a:defRPr sz="2800" b="0" i="0" kern="1200">
          <a:solidFill>
            <a:schemeClr val="bg1"/>
          </a:solidFill>
          <a:latin typeface="+mn-lt"/>
          <a:ea typeface="+mn-ea"/>
          <a:cs typeface="+mn-cs"/>
        </a:defRPr>
      </a:lvl1pPr>
      <a:lvl2pPr marL="685800" indent="-283464" algn="l" defTabSz="914400" rtl="0" eaLnBrk="1" latinLnBrk="0" hangingPunct="1">
        <a:lnSpc>
          <a:spcPct val="90000"/>
        </a:lnSpc>
        <a:spcBef>
          <a:spcPts val="500"/>
        </a:spcBef>
        <a:buFont typeface="Arial" panose="020B0604020202020204" pitchFamily="34" charset="0"/>
        <a:buChar char="•"/>
        <a:defRPr sz="2400" b="0" i="0" kern="1200">
          <a:solidFill>
            <a:schemeClr val="bg1"/>
          </a:solidFill>
          <a:latin typeface="+mn-lt"/>
          <a:ea typeface="+mn-ea"/>
          <a:cs typeface="+mn-cs"/>
        </a:defRPr>
      </a:lvl2pPr>
      <a:lvl3pPr marL="1143000" indent="-283464" algn="l" defTabSz="914400" rtl="0" eaLnBrk="1" latinLnBrk="0" hangingPunct="1">
        <a:lnSpc>
          <a:spcPct val="90000"/>
        </a:lnSpc>
        <a:spcBef>
          <a:spcPts val="500"/>
        </a:spcBef>
        <a:buFont typeface="Arial" panose="020B0604020202020204" pitchFamily="34" charset="0"/>
        <a:buChar char="•"/>
        <a:defRPr sz="2000" b="0" i="0" kern="1200">
          <a:solidFill>
            <a:schemeClr val="bg1"/>
          </a:solidFill>
          <a:latin typeface="+mn-lt"/>
          <a:ea typeface="+mn-ea"/>
          <a:cs typeface="+mn-cs"/>
        </a:defRPr>
      </a:lvl3pPr>
      <a:lvl4pPr marL="16002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4pPr>
      <a:lvl5pPr marL="2057400" indent="-283464" algn="l" defTabSz="914400" rtl="0" eaLnBrk="1" latinLnBrk="0" hangingPunct="1">
        <a:lnSpc>
          <a:spcPct val="90000"/>
        </a:lnSpc>
        <a:spcBef>
          <a:spcPts val="500"/>
        </a:spcBef>
        <a:buFont typeface="Arial" panose="020B0604020202020204" pitchFamily="34" charset="0"/>
        <a:buChar char="•"/>
        <a:defRPr sz="1800" b="0" i="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A4A3A4"/>
          </p15:clr>
        </p15:guide>
        <p15:guide id="2" pos="3840">
          <p15:clr>
            <a:srgbClr val="A4A3A4"/>
          </p15:clr>
        </p15:guide>
        <p15:guide id="3" pos="240">
          <p15:clr>
            <a:srgbClr val="547EBF"/>
          </p15:clr>
        </p15:guide>
        <p15:guide id="4" orient="horz" pos="240">
          <p15:clr>
            <a:srgbClr val="547EBF"/>
          </p15:clr>
        </p15:guide>
        <p15:guide id="5" pos="7440">
          <p15:clr>
            <a:srgbClr val="547EBF"/>
          </p15:clr>
        </p15:guide>
        <p15:guide id="6" orient="horz" pos="4080">
          <p15:clr>
            <a:srgbClr val="547EBF"/>
          </p15:clr>
        </p15:guide>
        <p15:guide id="7" pos="600" userDrawn="1">
          <p15:clr>
            <a:srgbClr val="547EBF"/>
          </p15:clr>
        </p15:guide>
        <p15:guide id="8" pos="3720">
          <p15:clr>
            <a:srgbClr val="547EBF"/>
          </p15:clr>
        </p15:guide>
        <p15:guide id="9" pos="2112">
          <p15:clr>
            <a:srgbClr val="547EBF"/>
          </p15:clr>
        </p15:guide>
        <p15:guide id="10" pos="1848">
          <p15:clr>
            <a:srgbClr val="547EBF"/>
          </p15:clr>
        </p15:guide>
        <p15:guide id="11" pos="5568">
          <p15:clr>
            <a:srgbClr val="547EBF"/>
          </p15:clr>
        </p15:guide>
        <p15:guide id="12" pos="5832">
          <p15:clr>
            <a:srgbClr val="547EBF"/>
          </p15:clr>
        </p15:guide>
        <p15:guide id="13" pos="4968">
          <p15:clr>
            <a:srgbClr val="9FCC3B"/>
          </p15:clr>
        </p15:guide>
        <p15:guide id="14" pos="5208">
          <p15:clr>
            <a:srgbClr val="9FCC3B"/>
          </p15:clr>
        </p15:guide>
        <p15:guide id="15" pos="2712">
          <p15:clr>
            <a:srgbClr val="9FCC3B"/>
          </p15:clr>
        </p15:guide>
        <p15:guide id="16" pos="2472">
          <p15:clr>
            <a:srgbClr val="9FCC3B"/>
          </p15:clr>
        </p15:guide>
        <p15:guide id="17" pos="39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8" Type="http://schemas.openxmlformats.org/officeDocument/2006/relationships/image" Target="../media/image5.png"/><Relationship Id="rId3" Type="http://schemas.openxmlformats.org/officeDocument/2006/relationships/image" Target="../media/image2.pn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5.xml"/><Relationship Id="rId6" Type="http://schemas.microsoft.com/office/2007/relationships/hdphoto" Target="../media/hdphoto2.wdp"/><Relationship Id="rId5" Type="http://schemas.openxmlformats.org/officeDocument/2006/relationships/image" Target="../media/image3.png"/><Relationship Id="rId4" Type="http://schemas.microsoft.com/office/2007/relationships/hdphoto" Target="../media/hdphoto1.wdp"/><Relationship Id="rId9" Type="http://schemas.microsoft.com/office/2007/relationships/hdphoto" Target="../media/hdphoto3.wdp"/></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B1D9D6-2977-ABCD-FDF8-51AFA5064E54}"/>
              </a:ext>
            </a:extLst>
          </p:cNvPr>
          <p:cNvSpPr>
            <a:spLocks noGrp="1"/>
          </p:cNvSpPr>
          <p:nvPr>
            <p:ph type="ctrTitle"/>
          </p:nvPr>
        </p:nvSpPr>
        <p:spPr>
          <a:xfrm>
            <a:off x="4516274" y="1466554"/>
            <a:ext cx="5794112" cy="2224500"/>
          </a:xfrm>
        </p:spPr>
        <p:txBody>
          <a:bodyPr/>
          <a:lstStyle/>
          <a:p>
            <a:pPr algn="ctr"/>
            <a:r>
              <a:rPr lang="en-US" dirty="0"/>
              <a:t>Flag Maker</a:t>
            </a:r>
          </a:p>
        </p:txBody>
      </p:sp>
    </p:spTree>
    <p:extLst>
      <p:ext uri="{BB962C8B-B14F-4D97-AF65-F5344CB8AC3E}">
        <p14:creationId xmlns:p14="http://schemas.microsoft.com/office/powerpoint/2010/main" val="33903042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5"/>
            <a:ext cx="10873740" cy="1680205"/>
          </a:xfrm>
        </p:spPr>
        <p:txBody>
          <a:bodyPr/>
          <a:lstStyle/>
          <a:p>
            <a:r>
              <a:rPr lang="en-US" dirty="0"/>
              <a:t>Flag Maker Activity</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2079777" y="2060119"/>
            <a:ext cx="6042581" cy="4483313"/>
          </a:xfrm>
        </p:spPr>
        <p:txBody>
          <a:bodyPr>
            <a:normAutofit lnSpcReduction="10000"/>
          </a:bodyPr>
          <a:lstStyle/>
          <a:p>
            <a:r>
              <a:rPr lang="en-US" sz="2600" dirty="0"/>
              <a:t>You’ll be pretending to be the computer drawing the flag of </a:t>
            </a:r>
            <a:r>
              <a:rPr lang="en-US" sz="2600" b="1" dirty="0"/>
              <a:t>Mauritius</a:t>
            </a:r>
            <a:r>
              <a:rPr lang="en-US" sz="2600" dirty="0"/>
              <a:t> (on the right).</a:t>
            </a:r>
          </a:p>
          <a:p>
            <a:r>
              <a:rPr lang="en-US" sz="2600" dirty="0"/>
              <a:t>You’ll use paper and markers </a:t>
            </a:r>
          </a:p>
          <a:p>
            <a:r>
              <a:rPr lang="en-US" sz="2600" dirty="0"/>
              <a:t>Follow how a computer might draw it as if </a:t>
            </a:r>
            <a:r>
              <a:rPr lang="en-US" sz="2600" b="1" dirty="0"/>
              <a:t>each box were an element in an array and the computer is iterating through the array in order</a:t>
            </a:r>
            <a:r>
              <a:rPr lang="en-US" sz="2600" dirty="0"/>
              <a:t>.</a:t>
            </a:r>
          </a:p>
          <a:p>
            <a:r>
              <a:rPr lang="en-US" sz="2600" dirty="0"/>
              <a:t>You must fill in the squares and </a:t>
            </a:r>
            <a:r>
              <a:rPr lang="en-US" sz="2600" b="1" dirty="0"/>
              <a:t>color one square at a time </a:t>
            </a:r>
            <a:r>
              <a:rPr lang="en-US" sz="2600" dirty="0"/>
              <a:t>(do not color in multiple squares at one time).</a:t>
            </a:r>
          </a:p>
          <a:p>
            <a:endParaRPr lang="en-US" dirty="0"/>
          </a:p>
          <a:p>
            <a:endParaRPr lang="en-US" dirty="0"/>
          </a:p>
        </p:txBody>
      </p:sp>
      <p:pic>
        <p:nvPicPr>
          <p:cNvPr id="2" name="Google Shape;62;p14" descr="Flag">
            <a:extLst>
              <a:ext uri="{FF2B5EF4-FFF2-40B4-BE49-F238E27FC236}">
                <a16:creationId xmlns:a16="http://schemas.microsoft.com/office/drawing/2014/main" id="{C5270491-5E71-BCAD-AE5B-1356B1709810}"/>
              </a:ext>
              <a:ext uri="{C183D7F6-B498-43B3-948B-1728B52AA6E4}">
                <adec:decorative xmlns:adec="http://schemas.microsoft.com/office/drawing/2017/decorative" val="0"/>
              </a:ext>
            </a:extLst>
          </p:cNvPr>
          <p:cNvPicPr preferRelativeResize="0"/>
          <p:nvPr/>
        </p:nvPicPr>
        <p:blipFill>
          <a:blip r:embed="rId3">
            <a:alphaModFix/>
          </a:blip>
          <a:stretch>
            <a:fillRect/>
          </a:stretch>
        </p:blipFill>
        <p:spPr>
          <a:xfrm>
            <a:off x="8605648" y="1085887"/>
            <a:ext cx="3351296" cy="2343113"/>
          </a:xfrm>
          <a:prstGeom prst="rect">
            <a:avLst/>
          </a:prstGeom>
          <a:noFill/>
          <a:ln>
            <a:noFill/>
          </a:ln>
        </p:spPr>
      </p:pic>
      <p:sp>
        <p:nvSpPr>
          <p:cNvPr id="5" name="TextBox 4">
            <a:extLst>
              <a:ext uri="{FF2B5EF4-FFF2-40B4-BE49-F238E27FC236}">
                <a16:creationId xmlns:a16="http://schemas.microsoft.com/office/drawing/2014/main" id="{57E9280E-C7E1-3488-233D-0FEA106E6D90}"/>
              </a:ext>
            </a:extLst>
          </p:cNvPr>
          <p:cNvSpPr txBox="1"/>
          <p:nvPr/>
        </p:nvSpPr>
        <p:spPr>
          <a:xfrm>
            <a:off x="8605648" y="3427100"/>
            <a:ext cx="3399608" cy="253916"/>
          </a:xfrm>
          <a:prstGeom prst="rect">
            <a:avLst/>
          </a:prstGeom>
          <a:noFill/>
        </p:spPr>
        <p:txBody>
          <a:bodyPr wrap="square">
            <a:spAutoFit/>
          </a:bodyPr>
          <a:lstStyle/>
          <a:p>
            <a:pPr marL="0" lvl="0" indent="0" algn="l" rtl="0">
              <a:spcBef>
                <a:spcPts val="0"/>
              </a:spcBef>
              <a:spcAft>
                <a:spcPts val="0"/>
              </a:spcAft>
              <a:buNone/>
            </a:pPr>
            <a:r>
              <a:rPr lang="en-US" sz="1050" dirty="0" err="1">
                <a:solidFill>
                  <a:srgbClr val="0070C0"/>
                </a:solidFill>
              </a:rPr>
              <a:t>Img</a:t>
            </a:r>
            <a:r>
              <a:rPr lang="en-US" sz="1050" dirty="0">
                <a:solidFill>
                  <a:srgbClr val="0070C0"/>
                </a:solidFill>
              </a:rPr>
              <a:t> from: https://en.wikipedia.org/wiki/Mauritius</a:t>
            </a:r>
          </a:p>
        </p:txBody>
      </p:sp>
      <p:graphicFrame>
        <p:nvGraphicFramePr>
          <p:cNvPr id="4" name="Google Shape;70;p15">
            <a:extLst>
              <a:ext uri="{FF2B5EF4-FFF2-40B4-BE49-F238E27FC236}">
                <a16:creationId xmlns:a16="http://schemas.microsoft.com/office/drawing/2014/main" id="{01BBBC90-A444-649E-40AA-9A4EDBC0BBDE}"/>
              </a:ext>
            </a:extLst>
          </p:cNvPr>
          <p:cNvGraphicFramePr/>
          <p:nvPr>
            <p:extLst>
              <p:ext uri="{D42A27DB-BD31-4B8C-83A1-F6EECF244321}">
                <p14:modId xmlns:p14="http://schemas.microsoft.com/office/powerpoint/2010/main" val="4212133772"/>
              </p:ext>
            </p:extLst>
          </p:nvPr>
        </p:nvGraphicFramePr>
        <p:xfrm>
          <a:off x="8354933" y="3975740"/>
          <a:ext cx="3657600" cy="2194560"/>
        </p:xfrm>
        <a:graphic>
          <a:graphicData uri="http://schemas.openxmlformats.org/drawingml/2006/table">
            <a:tbl>
              <a:tblPr firstRow="1" bandRow="1">
                <a:noFill/>
              </a:tblPr>
              <a:tblGrid>
                <a:gridCol w="457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457200">
                  <a:extLst>
                    <a:ext uri="{9D8B030D-6E8A-4147-A177-3AD203B41FA5}">
                      <a16:colId xmlns:a16="http://schemas.microsoft.com/office/drawing/2014/main" val="20004"/>
                    </a:ext>
                  </a:extLst>
                </a:gridCol>
                <a:gridCol w="457200">
                  <a:extLst>
                    <a:ext uri="{9D8B030D-6E8A-4147-A177-3AD203B41FA5}">
                      <a16:colId xmlns:a16="http://schemas.microsoft.com/office/drawing/2014/main" val="20005"/>
                    </a:ext>
                  </a:extLst>
                </a:gridCol>
                <a:gridCol w="457200">
                  <a:extLst>
                    <a:ext uri="{9D8B030D-6E8A-4147-A177-3AD203B41FA5}">
                      <a16:colId xmlns:a16="http://schemas.microsoft.com/office/drawing/2014/main" val="20006"/>
                    </a:ext>
                  </a:extLst>
                </a:gridCol>
                <a:gridCol w="457200">
                  <a:extLst>
                    <a:ext uri="{9D8B030D-6E8A-4147-A177-3AD203B41FA5}">
                      <a16:colId xmlns:a16="http://schemas.microsoft.com/office/drawing/2014/main" val="20007"/>
                    </a:ext>
                  </a:extLst>
                </a:gridCol>
                <a:gridCol w="457200">
                  <a:extLst>
                    <a:ext uri="{9D8B030D-6E8A-4147-A177-3AD203B41FA5}">
                      <a16:colId xmlns:a16="http://schemas.microsoft.com/office/drawing/2014/main" val="20008"/>
                    </a:ext>
                  </a:extLst>
                </a:gridCol>
              </a:tblGrid>
              <a:tr h="274320">
                <a:tc>
                  <a:txBody>
                    <a:bodyPr/>
                    <a:lstStyle/>
                    <a:p>
                      <a:pPr marL="0" lvl="0" indent="0" algn="ctr" rtl="0">
                        <a:spcBef>
                          <a:spcPts val="0"/>
                        </a:spcBef>
                        <a:spcAft>
                          <a:spcPts val="0"/>
                        </a:spcAft>
                        <a:buNone/>
                      </a:pPr>
                      <a:r>
                        <a:rPr lang="en-US" sz="1200" b="1" dirty="0">
                          <a:solidFill>
                            <a:schemeClr val="bg1"/>
                          </a:solidFill>
                          <a:latin typeface="Aptos"/>
                          <a:ea typeface="Aptos"/>
                          <a:cs typeface="Aptos"/>
                          <a:sym typeface="Aptos"/>
                        </a:rPr>
                        <a:t>1</a:t>
                      </a:r>
                      <a:endParaRPr sz="1200" b="1" dirty="0">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dirty="0">
                          <a:solidFill>
                            <a:schemeClr val="bg1"/>
                          </a:solidFill>
                          <a:latin typeface="Aptos"/>
                          <a:ea typeface="Aptos"/>
                          <a:cs typeface="Aptos"/>
                          <a:sym typeface="Aptos"/>
                        </a:rPr>
                        <a:t>4</a:t>
                      </a:r>
                      <a:endParaRPr sz="1200" b="1" dirty="0">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7</a:t>
                      </a:r>
                      <a:endParaRPr sz="1200" b="1">
                        <a:solidFill>
                          <a:schemeClr val="bg1"/>
                        </a:solidFill>
                        <a:latin typeface="Aptos"/>
                        <a:ea typeface="Aptos"/>
                        <a:cs typeface="Aptos"/>
                        <a:sym typeface="Aptos"/>
                      </a:endParaRPr>
                    </a:p>
                  </a:txBody>
                  <a:tcPr marL="68575" marR="68575" marT="0" marB="0" anchor="ctr">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8</a:t>
                      </a:r>
                      <a:endParaRPr sz="1200" b="1">
                        <a:solidFill>
                          <a:schemeClr val="bg1"/>
                        </a:solidFill>
                        <a:latin typeface="Aptos"/>
                        <a:ea typeface="Aptos"/>
                        <a:cs typeface="Aptos"/>
                        <a:sym typeface="Aptos"/>
                      </a:endParaRPr>
                    </a:p>
                  </a:txBody>
                  <a:tcPr marL="68575" marR="68575" marT="0" marB="0" anchor="ctr">
                    <a:solidFill>
                      <a:srgbClr val="FF0000"/>
                    </a:solidFill>
                  </a:tcPr>
                </a:tc>
                <a:extLst>
                  <a:ext uri="{0D108BD9-81ED-4DB2-BD59-A6C34878D82A}">
                    <a16:rowId xmlns:a16="http://schemas.microsoft.com/office/drawing/2014/main" val="10000"/>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9</a:t>
                      </a:r>
                      <a:endParaRPr sz="1200" b="1">
                        <a:solidFill>
                          <a:schemeClr val="bg1"/>
                        </a:solidFill>
                        <a:latin typeface="Aptos"/>
                        <a:ea typeface="Aptos"/>
                        <a:cs typeface="Aptos"/>
                        <a:sym typeface="Aptos"/>
                      </a:endParaRPr>
                    </a:p>
                  </a:txBody>
                  <a:tcPr marL="68575" marR="68575" marT="0" marB="0" anchor="ctr">
                    <a:lnB w="6350" cap="flat" cmpd="sng" algn="ctr">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10</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11</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12</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13</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14</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15</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16</a:t>
                      </a:r>
                      <a:endParaRPr sz="1200" b="1">
                        <a:solidFill>
                          <a:schemeClr val="bg1"/>
                        </a:solidFill>
                        <a:latin typeface="Aptos"/>
                        <a:ea typeface="Aptos"/>
                        <a:cs typeface="Aptos"/>
                        <a:sym typeface="Aptos"/>
                      </a:endParaRPr>
                    </a:p>
                  </a:txBody>
                  <a:tcPr marL="68575" marR="68575" marT="0" marB="0" anchor="ctr">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17</a:t>
                      </a:r>
                      <a:endParaRPr sz="1200" b="1">
                        <a:solidFill>
                          <a:schemeClr val="bg1"/>
                        </a:solidFill>
                        <a:latin typeface="Aptos"/>
                        <a:ea typeface="Aptos"/>
                        <a:cs typeface="Aptos"/>
                        <a:sym typeface="Aptos"/>
                      </a:endParaRPr>
                    </a:p>
                  </a:txBody>
                  <a:tcPr marL="68575" marR="68575" marT="0" marB="0" anchor="ctr">
                    <a:lnT w="6350" cap="flat" cmpd="sng" algn="ctr">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18</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19</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20</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21</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22</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23</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24</a:t>
                      </a:r>
                      <a:endParaRPr sz="1200" b="1">
                        <a:solidFill>
                          <a:schemeClr val="bg1"/>
                        </a:solidFill>
                        <a:latin typeface="Aptos"/>
                        <a:ea typeface="Aptos"/>
                        <a:cs typeface="Aptos"/>
                        <a:sym typeface="Aptos"/>
                      </a:endParaRPr>
                    </a:p>
                  </a:txBody>
                  <a:tcPr marL="68575" marR="68575" marT="0" marB="0" anchor="ctr">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25</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26</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27</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28</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29</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30</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31</a:t>
                      </a:r>
                      <a:endParaRPr sz="1200" b="1">
                        <a:solidFill>
                          <a:schemeClr val="bg1"/>
                        </a:solidFill>
                        <a:latin typeface="Aptos"/>
                        <a:ea typeface="Aptos"/>
                        <a:cs typeface="Aptos"/>
                        <a:sym typeface="Aptos"/>
                      </a:endParaRPr>
                    </a:p>
                  </a:txBody>
                  <a:tcPr marL="68575" marR="68575" marT="0" marB="0" anchor="ctr">
                    <a:solidFill>
                      <a:srgbClr val="4C94D8"/>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32</a:t>
                      </a:r>
                      <a:endParaRPr sz="1200" b="1">
                        <a:solidFill>
                          <a:schemeClr val="bg1"/>
                        </a:solidFill>
                        <a:latin typeface="Aptos"/>
                        <a:ea typeface="Aptos"/>
                        <a:cs typeface="Aptos"/>
                        <a:sym typeface="Aptos"/>
                      </a:endParaRPr>
                    </a:p>
                  </a:txBody>
                  <a:tcPr marL="68575" marR="68575" marT="0" marB="0" anchor="ctr">
                    <a:solidFill>
                      <a:srgbClr val="4C94D8"/>
                    </a:solidFill>
                  </a:tcPr>
                </a:tc>
                <a:extLst>
                  <a:ext uri="{0D108BD9-81ED-4DB2-BD59-A6C34878D82A}">
                    <a16:rowId xmlns:a16="http://schemas.microsoft.com/office/drawing/2014/main" val="10003"/>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33</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34</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35</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36</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37</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38</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39</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40</a:t>
                      </a:r>
                      <a:endParaRPr sz="1200" b="1">
                        <a:solidFill>
                          <a:schemeClr val="bg1"/>
                        </a:solidFill>
                        <a:latin typeface="Aptos"/>
                        <a:ea typeface="Aptos"/>
                        <a:cs typeface="Aptos"/>
                        <a:sym typeface="Aptos"/>
                      </a:endParaRPr>
                    </a:p>
                  </a:txBody>
                  <a:tcPr marL="68575" marR="68575" marT="0" marB="0" anchor="ctr">
                    <a:solidFill>
                      <a:srgbClr val="FFFF00"/>
                    </a:solidFill>
                  </a:tcPr>
                </a:tc>
                <a:extLst>
                  <a:ext uri="{0D108BD9-81ED-4DB2-BD59-A6C34878D82A}">
                    <a16:rowId xmlns:a16="http://schemas.microsoft.com/office/drawing/2014/main" val="10004"/>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41</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42</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43</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44</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45</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46</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47</a:t>
                      </a:r>
                      <a:endParaRPr sz="1200" b="1">
                        <a:solidFill>
                          <a:schemeClr val="bg1"/>
                        </a:solidFill>
                        <a:latin typeface="Aptos"/>
                        <a:ea typeface="Aptos"/>
                        <a:cs typeface="Aptos"/>
                        <a:sym typeface="Aptos"/>
                      </a:endParaRPr>
                    </a:p>
                  </a:txBody>
                  <a:tcPr marL="68575" marR="68575" marT="0" marB="0" anchor="ctr">
                    <a:solidFill>
                      <a:srgbClr val="FFFF00"/>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48</a:t>
                      </a:r>
                      <a:endParaRPr sz="1200" b="1">
                        <a:solidFill>
                          <a:schemeClr val="bg1"/>
                        </a:solidFill>
                        <a:latin typeface="Aptos"/>
                        <a:ea typeface="Aptos"/>
                        <a:cs typeface="Aptos"/>
                        <a:sym typeface="Aptos"/>
                      </a:endParaRPr>
                    </a:p>
                  </a:txBody>
                  <a:tcPr marL="68575" marR="68575" marT="0" marB="0" anchor="ctr">
                    <a:solidFill>
                      <a:srgbClr val="FFFF00"/>
                    </a:solidFill>
                  </a:tcPr>
                </a:tc>
                <a:extLst>
                  <a:ext uri="{0D108BD9-81ED-4DB2-BD59-A6C34878D82A}">
                    <a16:rowId xmlns:a16="http://schemas.microsoft.com/office/drawing/2014/main" val="10005"/>
                  </a:ext>
                </a:extLst>
              </a:tr>
              <a:tr h="274320">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49</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50</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51</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52</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53</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54</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55</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56</a:t>
                      </a:r>
                      <a:endParaRPr sz="1200" b="1">
                        <a:solidFill>
                          <a:schemeClr val="bg1"/>
                        </a:solidFill>
                        <a:latin typeface="Aptos"/>
                        <a:ea typeface="Aptos"/>
                        <a:cs typeface="Aptos"/>
                        <a:sym typeface="Aptos"/>
                      </a:endParaRPr>
                    </a:p>
                  </a:txBody>
                  <a:tcPr marL="68575" marR="68575" marT="0" marB="0" anchor="ctr">
                    <a:solidFill>
                      <a:srgbClr val="8ED873"/>
                    </a:solidFill>
                  </a:tcPr>
                </a:tc>
                <a:extLst>
                  <a:ext uri="{0D108BD9-81ED-4DB2-BD59-A6C34878D82A}">
                    <a16:rowId xmlns:a16="http://schemas.microsoft.com/office/drawing/2014/main" val="10006"/>
                  </a:ext>
                </a:extLst>
              </a:tr>
              <a:tr h="274320">
                <a:tc>
                  <a:txBody>
                    <a:bodyPr/>
                    <a:lstStyle/>
                    <a:p>
                      <a:pPr marL="0" lvl="0" indent="0" algn="ctr" rtl="0">
                        <a:spcBef>
                          <a:spcPts val="0"/>
                        </a:spcBef>
                        <a:spcAft>
                          <a:spcPts val="0"/>
                        </a:spcAft>
                        <a:buNone/>
                      </a:pPr>
                      <a:r>
                        <a:rPr lang="en-US" sz="1200" b="1" dirty="0">
                          <a:solidFill>
                            <a:schemeClr val="bg1"/>
                          </a:solidFill>
                          <a:latin typeface="Aptos"/>
                          <a:ea typeface="Aptos"/>
                          <a:cs typeface="Aptos"/>
                          <a:sym typeface="Aptos"/>
                        </a:rPr>
                        <a:t>57</a:t>
                      </a:r>
                      <a:endParaRPr sz="1200" b="1" dirty="0">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58</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59</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60</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61</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62</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a:solidFill>
                            <a:schemeClr val="bg1"/>
                          </a:solidFill>
                          <a:latin typeface="Aptos"/>
                          <a:ea typeface="Aptos"/>
                          <a:cs typeface="Aptos"/>
                          <a:sym typeface="Aptos"/>
                        </a:rPr>
                        <a:t>63</a:t>
                      </a:r>
                      <a:endParaRPr sz="1200" b="1">
                        <a:solidFill>
                          <a:schemeClr val="bg1"/>
                        </a:solidFill>
                        <a:latin typeface="Aptos"/>
                        <a:ea typeface="Aptos"/>
                        <a:cs typeface="Aptos"/>
                        <a:sym typeface="Aptos"/>
                      </a:endParaRPr>
                    </a:p>
                  </a:txBody>
                  <a:tcPr marL="68575" marR="68575" marT="0" marB="0" anchor="ctr">
                    <a:solidFill>
                      <a:srgbClr val="8ED873"/>
                    </a:solidFill>
                  </a:tcPr>
                </a:tc>
                <a:tc>
                  <a:txBody>
                    <a:bodyPr/>
                    <a:lstStyle/>
                    <a:p>
                      <a:pPr marL="0" lvl="0" indent="0" algn="ctr" rtl="0">
                        <a:spcBef>
                          <a:spcPts val="0"/>
                        </a:spcBef>
                        <a:spcAft>
                          <a:spcPts val="0"/>
                        </a:spcAft>
                        <a:buNone/>
                      </a:pPr>
                      <a:r>
                        <a:rPr lang="en-US" sz="1200" b="1" dirty="0">
                          <a:solidFill>
                            <a:schemeClr val="bg1"/>
                          </a:solidFill>
                          <a:latin typeface="Aptos"/>
                          <a:ea typeface="Aptos"/>
                          <a:cs typeface="Aptos"/>
                          <a:sym typeface="Aptos"/>
                        </a:rPr>
                        <a:t>64</a:t>
                      </a:r>
                      <a:endParaRPr sz="1200" b="1" dirty="0">
                        <a:solidFill>
                          <a:schemeClr val="bg1"/>
                        </a:solidFill>
                        <a:latin typeface="Aptos"/>
                        <a:ea typeface="Aptos"/>
                        <a:cs typeface="Aptos"/>
                        <a:sym typeface="Aptos"/>
                      </a:endParaRPr>
                    </a:p>
                  </a:txBody>
                  <a:tcPr marL="68575" marR="68575" marT="0" marB="0" anchor="ctr">
                    <a:solidFill>
                      <a:srgbClr val="8ED873"/>
                    </a:solidFill>
                  </a:tcPr>
                </a:tc>
                <a:extLst>
                  <a:ext uri="{0D108BD9-81ED-4DB2-BD59-A6C34878D82A}">
                    <a16:rowId xmlns:a16="http://schemas.microsoft.com/office/drawing/2014/main" val="10007"/>
                  </a:ext>
                </a:extLst>
              </a:tr>
            </a:tbl>
          </a:graphicData>
        </a:graphic>
      </p:graphicFrame>
      <p:sp>
        <p:nvSpPr>
          <p:cNvPr id="6" name="Arrow: Right 5">
            <a:extLst>
              <a:ext uri="{FF2B5EF4-FFF2-40B4-BE49-F238E27FC236}">
                <a16:creationId xmlns:a16="http://schemas.microsoft.com/office/drawing/2014/main" id="{D71B7465-B3C0-00FF-3277-546A4352C622}"/>
              </a:ext>
              <a:ext uri="{C183D7F6-B498-43B3-948B-1728B52AA6E4}">
                <adec:decorative xmlns:adec="http://schemas.microsoft.com/office/drawing/2017/decorative" val="1"/>
              </a:ext>
            </a:extLst>
          </p:cNvPr>
          <p:cNvSpPr/>
          <p:nvPr/>
        </p:nvSpPr>
        <p:spPr>
          <a:xfrm rot="20342521">
            <a:off x="7653863" y="4213829"/>
            <a:ext cx="730955" cy="283690"/>
          </a:xfrm>
          <a:prstGeom prst="rightArrow">
            <a:avLst/>
          </a:prstGeom>
        </p:spPr>
        <p:style>
          <a:lnRef idx="2">
            <a:schemeClr val="accent3">
              <a:shade val="15000"/>
            </a:schemeClr>
          </a:lnRef>
          <a:fillRef idx="1">
            <a:schemeClr val="accent3"/>
          </a:fillRef>
          <a:effectRef idx="0">
            <a:schemeClr val="accent3"/>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0031202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45D3755-C3E2-975E-DE68-CDECC4B526EC}"/>
              </a:ext>
            </a:extLst>
          </p:cNvPr>
          <p:cNvSpPr>
            <a:spLocks noGrp="1"/>
          </p:cNvSpPr>
          <p:nvPr>
            <p:ph type="title"/>
          </p:nvPr>
        </p:nvSpPr>
        <p:spPr>
          <a:xfrm>
            <a:off x="594360" y="102876"/>
            <a:ext cx="10873740" cy="701566"/>
          </a:xfrm>
        </p:spPr>
        <p:txBody>
          <a:bodyPr/>
          <a:lstStyle/>
          <a:p>
            <a:r>
              <a:rPr lang="en-US" dirty="0"/>
              <a:t>Flag Maker Activity</a:t>
            </a:r>
          </a:p>
        </p:txBody>
      </p:sp>
      <p:sp>
        <p:nvSpPr>
          <p:cNvPr id="7" name="Text Placeholder 6">
            <a:extLst>
              <a:ext uri="{FF2B5EF4-FFF2-40B4-BE49-F238E27FC236}">
                <a16:creationId xmlns:a16="http://schemas.microsoft.com/office/drawing/2014/main" id="{F70BD87D-F7DA-961B-4024-A354DC87D168}"/>
              </a:ext>
            </a:extLst>
          </p:cNvPr>
          <p:cNvSpPr>
            <a:spLocks noGrp="1"/>
          </p:cNvSpPr>
          <p:nvPr>
            <p:ph sz="quarter" idx="13"/>
          </p:nvPr>
        </p:nvSpPr>
        <p:spPr>
          <a:xfrm>
            <a:off x="663808" y="714498"/>
            <a:ext cx="11597640" cy="1349769"/>
          </a:xfrm>
        </p:spPr>
        <p:txBody>
          <a:bodyPr>
            <a:normAutofit/>
          </a:bodyPr>
          <a:lstStyle/>
          <a:p>
            <a:pPr marL="0" indent="0">
              <a:buNone/>
            </a:pPr>
            <a:r>
              <a:rPr lang="en-US" sz="2600"/>
              <a:t>You must </a:t>
            </a:r>
            <a:r>
              <a:rPr lang="en-US" sz="2600" b="1"/>
              <a:t>color one square at a time</a:t>
            </a:r>
            <a:r>
              <a:rPr lang="en-US" sz="2600"/>
              <a:t>. </a:t>
            </a:r>
          </a:p>
          <a:p>
            <a:pPr marL="0" indent="0">
              <a:buNone/>
            </a:pPr>
            <a:r>
              <a:rPr lang="en-US" sz="2600"/>
              <a:t>Do not color in multiple squares at one time.</a:t>
            </a:r>
          </a:p>
          <a:p>
            <a:endParaRPr lang="en-US"/>
          </a:p>
          <a:p>
            <a:endParaRPr lang="en-US"/>
          </a:p>
        </p:txBody>
      </p:sp>
      <p:grpSp>
        <p:nvGrpSpPr>
          <p:cNvPr id="19" name="Group 18">
            <a:extLst>
              <a:ext uri="{FF2B5EF4-FFF2-40B4-BE49-F238E27FC236}">
                <a16:creationId xmlns:a16="http://schemas.microsoft.com/office/drawing/2014/main" id="{C78CEA4F-D72A-C069-6A51-328B103CA0CA}"/>
              </a:ext>
              <a:ext uri="{C183D7F6-B498-43B3-948B-1728B52AA6E4}">
                <adec:decorative xmlns:adec="http://schemas.microsoft.com/office/drawing/2017/decorative" val="1"/>
              </a:ext>
            </a:extLst>
          </p:cNvPr>
          <p:cNvGrpSpPr>
            <a:grpSpLocks/>
          </p:cNvGrpSpPr>
          <p:nvPr/>
        </p:nvGrpSpPr>
        <p:grpSpPr bwMode="auto">
          <a:xfrm rot="16200000" flipV="1">
            <a:off x="0" y="3900132"/>
            <a:ext cx="2959226" cy="2959226"/>
            <a:chOff x="0" y="12289"/>
            <a:chExt cx="3550" cy="3551"/>
          </a:xfrm>
        </p:grpSpPr>
        <p:sp>
          <p:nvSpPr>
            <p:cNvPr id="20" name="Freeform 19">
              <a:extLst>
                <a:ext uri="{FF2B5EF4-FFF2-40B4-BE49-F238E27FC236}">
                  <a16:creationId xmlns:a16="http://schemas.microsoft.com/office/drawing/2014/main" id="{7E473402-19FD-A5B0-5CB6-E5F3926D3828}"/>
                </a:ext>
              </a:extLst>
            </p:cNvPr>
            <p:cNvSpPr>
              <a:spLocks/>
            </p:cNvSpPr>
            <p:nvPr/>
          </p:nvSpPr>
          <p:spPr bwMode="auto">
            <a:xfrm>
              <a:off x="0" y="12289"/>
              <a:ext cx="1789" cy="2386"/>
            </a:xfrm>
            <a:custGeom>
              <a:avLst/>
              <a:gdLst>
                <a:gd name="T0" fmla="*/ 0 w 1789"/>
                <a:gd name="T1" fmla="+- 0 12290 12290"/>
                <a:gd name="T2" fmla="*/ 12290 h 2386"/>
                <a:gd name="T3" fmla="*/ 0 w 1789"/>
                <a:gd name="T4" fmla="+- 0 13484 12290"/>
                <a:gd name="T5" fmla="*/ 13484 h 2386"/>
                <a:gd name="T6" fmla="*/ 1192 w 1789"/>
                <a:gd name="T7" fmla="+- 0 14676 12290"/>
                <a:gd name="T8" fmla="*/ 14676 h 2386"/>
                <a:gd name="T9" fmla="*/ 1789 w 1789"/>
                <a:gd name="T10" fmla="+- 0 14079 12290"/>
                <a:gd name="T11" fmla="*/ 14079 h 2386"/>
                <a:gd name="T12" fmla="*/ 0 w 1789"/>
                <a:gd name="T13" fmla="+- 0 12290 12290"/>
                <a:gd name="T14" fmla="*/ 12290 h 2386"/>
              </a:gdLst>
              <a:ahLst/>
              <a:cxnLst>
                <a:cxn ang="0">
                  <a:pos x="T0" y="T2"/>
                </a:cxn>
                <a:cxn ang="0">
                  <a:pos x="T3" y="T5"/>
                </a:cxn>
                <a:cxn ang="0">
                  <a:pos x="T6" y="T8"/>
                </a:cxn>
                <a:cxn ang="0">
                  <a:pos x="T9" y="T11"/>
                </a:cxn>
                <a:cxn ang="0">
                  <a:pos x="T12" y="T14"/>
                </a:cxn>
              </a:cxnLst>
              <a:rect l="0" t="0" r="r" b="b"/>
              <a:pathLst>
                <a:path w="1789" h="2386">
                  <a:moveTo>
                    <a:pt x="0" y="0"/>
                  </a:moveTo>
                  <a:lnTo>
                    <a:pt x="0" y="1194"/>
                  </a:lnTo>
                  <a:lnTo>
                    <a:pt x="1192" y="2386"/>
                  </a:lnTo>
                  <a:lnTo>
                    <a:pt x="1789" y="1789"/>
                  </a:lnTo>
                  <a:lnTo>
                    <a:pt x="0" y="0"/>
                  </a:lnTo>
                  <a:close/>
                </a:path>
              </a:pathLst>
            </a:custGeom>
            <a:solidFill>
              <a:schemeClr val="accent6"/>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1" name="Freeform 20">
              <a:extLst>
                <a:ext uri="{FF2B5EF4-FFF2-40B4-BE49-F238E27FC236}">
                  <a16:creationId xmlns:a16="http://schemas.microsoft.com/office/drawing/2014/main" id="{879D1CAD-2EA2-9376-7B64-0C3AC590F651}"/>
                </a:ext>
              </a:extLst>
            </p:cNvPr>
            <p:cNvSpPr>
              <a:spLocks/>
            </p:cNvSpPr>
            <p:nvPr/>
          </p:nvSpPr>
          <p:spPr bwMode="auto">
            <a:xfrm>
              <a:off x="0" y="14678"/>
              <a:ext cx="1162" cy="1162"/>
            </a:xfrm>
            <a:custGeom>
              <a:avLst/>
              <a:gdLst>
                <a:gd name="T0" fmla="*/ 0 w 1162"/>
                <a:gd name="T1" fmla="+- 0 14679 14679"/>
                <a:gd name="T2" fmla="*/ 14679 h 1162"/>
                <a:gd name="T3" fmla="*/ 0 w 1162"/>
                <a:gd name="T4" fmla="+- 0 15840 14679"/>
                <a:gd name="T5" fmla="*/ 15840 h 1162"/>
                <a:gd name="T6" fmla="*/ 1161 w 1162"/>
                <a:gd name="T7" fmla="+- 0 15840 14679"/>
                <a:gd name="T8" fmla="*/ 15840 h 1162"/>
                <a:gd name="T9" fmla="*/ 0 w 1162"/>
                <a:gd name="T10" fmla="+- 0 14679 14679"/>
                <a:gd name="T11" fmla="*/ 14679 h 1162"/>
              </a:gdLst>
              <a:ahLst/>
              <a:cxnLst>
                <a:cxn ang="0">
                  <a:pos x="T0" y="T2"/>
                </a:cxn>
                <a:cxn ang="0">
                  <a:pos x="T3" y="T5"/>
                </a:cxn>
                <a:cxn ang="0">
                  <a:pos x="T6" y="T8"/>
                </a:cxn>
                <a:cxn ang="0">
                  <a:pos x="T9" y="T11"/>
                </a:cxn>
              </a:cxnLst>
              <a:rect l="0" t="0" r="r" b="b"/>
              <a:pathLst>
                <a:path w="1162" h="1162">
                  <a:moveTo>
                    <a:pt x="0" y="0"/>
                  </a:moveTo>
                  <a:lnTo>
                    <a:pt x="0" y="1161"/>
                  </a:lnTo>
                  <a:lnTo>
                    <a:pt x="1161" y="1161"/>
                  </a:lnTo>
                  <a:lnTo>
                    <a:pt x="0" y="0"/>
                  </a:lnTo>
                  <a:close/>
                </a:path>
              </a:pathLst>
            </a:custGeom>
            <a:solidFill>
              <a:schemeClr val="tx2"/>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sp>
          <p:nvSpPr>
            <p:cNvPr id="22" name="Freeform 21">
              <a:extLst>
                <a:ext uri="{FF2B5EF4-FFF2-40B4-BE49-F238E27FC236}">
                  <a16:creationId xmlns:a16="http://schemas.microsoft.com/office/drawing/2014/main" id="{B16F8906-918C-BE0B-A4AB-6A1D48150AC7}"/>
                </a:ext>
              </a:extLst>
            </p:cNvPr>
            <p:cNvSpPr>
              <a:spLocks/>
            </p:cNvSpPr>
            <p:nvPr/>
          </p:nvSpPr>
          <p:spPr bwMode="auto">
            <a:xfrm>
              <a:off x="1221" y="14675"/>
              <a:ext cx="2329" cy="1165"/>
            </a:xfrm>
            <a:custGeom>
              <a:avLst/>
              <a:gdLst>
                <a:gd name="T0" fmla="+- 0 3550 1221"/>
                <a:gd name="T1" fmla="*/ T0 w 2329"/>
                <a:gd name="T2" fmla="+- 0 15840 14676"/>
                <a:gd name="T3" fmla="*/ 15840 h 1165"/>
                <a:gd name="T4" fmla="+- 0 2386 1221"/>
                <a:gd name="T5" fmla="*/ T4 w 2329"/>
                <a:gd name="T6" fmla="+- 0 14676 14676"/>
                <a:gd name="T7" fmla="*/ 14676 h 1165"/>
                <a:gd name="T8" fmla="+- 0 1221 1221"/>
                <a:gd name="T9" fmla="*/ T8 w 2329"/>
                <a:gd name="T10" fmla="+- 0 15840 14676"/>
                <a:gd name="T11" fmla="*/ 15840 h 1165"/>
                <a:gd name="T12" fmla="+- 0 3550 1221"/>
                <a:gd name="T13" fmla="*/ T12 w 2329"/>
                <a:gd name="T14" fmla="+- 0 15840 14676"/>
                <a:gd name="T15" fmla="*/ 15840 h 1165"/>
              </a:gdLst>
              <a:ahLst/>
              <a:cxnLst>
                <a:cxn ang="0">
                  <a:pos x="T1" y="T3"/>
                </a:cxn>
                <a:cxn ang="0">
                  <a:pos x="T5" y="T7"/>
                </a:cxn>
                <a:cxn ang="0">
                  <a:pos x="T9" y="T11"/>
                </a:cxn>
                <a:cxn ang="0">
                  <a:pos x="T13" y="T15"/>
                </a:cxn>
              </a:cxnLst>
              <a:rect l="0" t="0" r="r" b="b"/>
              <a:pathLst>
                <a:path w="2329" h="1165">
                  <a:moveTo>
                    <a:pt x="2329" y="1164"/>
                  </a:moveTo>
                  <a:lnTo>
                    <a:pt x="1165" y="0"/>
                  </a:lnTo>
                  <a:lnTo>
                    <a:pt x="0" y="1164"/>
                  </a:lnTo>
                  <a:lnTo>
                    <a:pt x="2329" y="1164"/>
                  </a:lnTo>
                </a:path>
              </a:pathLst>
            </a:custGeom>
            <a:solidFill>
              <a:schemeClr val="accent3"/>
            </a:solidFill>
            <a:ln>
              <a:noFill/>
            </a:ln>
            <a:extLst>
              <a:ext uri="{91240B29-F687-4F45-9708-019B960494DF}">
                <a14:hiddenLine xmlns:a14="http://schemas.microsoft.com/office/drawing/2010/main" w="9525">
                  <a:solidFill>
                    <a:srgbClr val="000000"/>
                  </a:solidFill>
                  <a:round/>
                  <a:headEnd/>
                  <a:tailEnd/>
                </a14:hiddenLine>
              </a:ext>
            </a:extLst>
          </p:spPr>
          <p:txBody>
            <a:bodyPr rot="0" vert="horz" wrap="square" lIns="91440" tIns="45720" rIns="91440" bIns="45720" anchor="t" anchorCtr="0" upright="1">
              <a:noAutofit/>
            </a:bodyPr>
            <a:lstStyle/>
            <a:p>
              <a:endParaRPr lang="en-US"/>
            </a:p>
          </p:txBody>
        </p:sp>
      </p:grpSp>
      <p:pic>
        <p:nvPicPr>
          <p:cNvPr id="6" name="Picture 5">
            <a:extLst>
              <a:ext uri="{FF2B5EF4-FFF2-40B4-BE49-F238E27FC236}">
                <a16:creationId xmlns:a16="http://schemas.microsoft.com/office/drawing/2014/main" id="{284F1EC3-DC7B-AA7C-1432-FB8A9D8B6DDD}"/>
              </a:ext>
              <a:ext uri="{C183D7F6-B498-43B3-948B-1728B52AA6E4}">
                <adec:decorative xmlns:adec="http://schemas.microsoft.com/office/drawing/2017/decorative" val="1"/>
              </a:ext>
            </a:extLst>
          </p:cNvPr>
          <p:cNvPicPr>
            <a:picLocks noChangeAspect="1"/>
          </p:cNvPicPr>
          <p:nvPr/>
        </p:nvPicPr>
        <p:blipFill>
          <a:blip r:embed="rId3">
            <a:extLst>
              <a:ext uri="{BEBA8EAE-BF5A-486C-A8C5-ECC9F3942E4B}">
                <a14:imgProps xmlns:a14="http://schemas.microsoft.com/office/drawing/2010/main">
                  <a14:imgLayer r:embed="rId4">
                    <a14:imgEffect>
                      <a14:brightnessContrast contrast="20000"/>
                    </a14:imgEffect>
                  </a14:imgLayer>
                </a14:imgProps>
              </a:ext>
              <a:ext uri="{28A0092B-C50C-407E-A947-70E740481C1C}">
                <a14:useLocalDpi xmlns:a14="http://schemas.microsoft.com/office/drawing/2010/main" val="0"/>
              </a:ext>
            </a:extLst>
          </a:blip>
          <a:stretch>
            <a:fillRect/>
          </a:stretch>
        </p:blipFill>
        <p:spPr>
          <a:xfrm>
            <a:off x="0" y="2064267"/>
            <a:ext cx="6261663" cy="2445962"/>
          </a:xfrm>
          <a:prstGeom prst="rect">
            <a:avLst/>
          </a:prstGeom>
        </p:spPr>
      </p:pic>
      <p:pic>
        <p:nvPicPr>
          <p:cNvPr id="9" name="Picture 8">
            <a:extLst>
              <a:ext uri="{FF2B5EF4-FFF2-40B4-BE49-F238E27FC236}">
                <a16:creationId xmlns:a16="http://schemas.microsoft.com/office/drawing/2014/main" id="{9C6E16E7-1FA9-A0F1-2EF3-D034CCE4EF5A}"/>
              </a:ext>
              <a:ext uri="{C183D7F6-B498-43B3-948B-1728B52AA6E4}">
                <adec:decorative xmlns:adec="http://schemas.microsoft.com/office/drawing/2017/decorative" val="1"/>
              </a:ext>
            </a:extLst>
          </p:cNvPr>
          <p:cNvPicPr>
            <a:picLocks noChangeAspect="1"/>
          </p:cNvPicPr>
          <p:nvPr/>
        </p:nvPicPr>
        <p:blipFill>
          <a:blip r:embed="rId5">
            <a:extLst>
              <a:ext uri="{BEBA8EAE-BF5A-486C-A8C5-ECC9F3942E4B}">
                <a14:imgProps xmlns:a14="http://schemas.microsoft.com/office/drawing/2010/main">
                  <a14:imgLayer r:embed="rId6">
                    <a14:imgEffect>
                      <a14:brightnessContrast contrast="40000"/>
                    </a14:imgEffect>
                  </a14:imgLayer>
                </a14:imgProps>
              </a:ext>
              <a:ext uri="{28A0092B-C50C-407E-A947-70E740481C1C}">
                <a14:useLocalDpi xmlns:a14="http://schemas.microsoft.com/office/drawing/2010/main" val="0"/>
              </a:ext>
            </a:extLst>
          </a:blip>
          <a:stretch>
            <a:fillRect/>
          </a:stretch>
        </p:blipFill>
        <p:spPr>
          <a:xfrm>
            <a:off x="5264938" y="4621136"/>
            <a:ext cx="6927062" cy="2236864"/>
          </a:xfrm>
          <a:prstGeom prst="rect">
            <a:avLst/>
          </a:prstGeom>
        </p:spPr>
      </p:pic>
      <p:pic>
        <p:nvPicPr>
          <p:cNvPr id="1026" name="Picture 2">
            <a:extLst>
              <a:ext uri="{FF2B5EF4-FFF2-40B4-BE49-F238E27FC236}">
                <a16:creationId xmlns:a16="http://schemas.microsoft.com/office/drawing/2014/main" id="{302C9D5C-7D06-8DB9-E55A-7EF5C5405C20}"/>
              </a:ext>
              <a:ext uri="{C183D7F6-B498-43B3-948B-1728B52AA6E4}">
                <adec:decorative xmlns:adec="http://schemas.microsoft.com/office/drawing/2017/decorative" val="1"/>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rot="16200000">
            <a:off x="6303067" y="1106898"/>
            <a:ext cx="2238375" cy="2038350"/>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232B2C3-B53B-3347-8274-D07BAB7DC700}"/>
              </a:ext>
              <a:ext uri="{C183D7F6-B498-43B3-948B-1728B52AA6E4}">
                <adec:decorative xmlns:adec="http://schemas.microsoft.com/office/drawing/2017/decorative" val="1"/>
              </a:ext>
            </a:extLst>
          </p:cNvPr>
          <p:cNvSpPr txBox="1"/>
          <p:nvPr/>
        </p:nvSpPr>
        <p:spPr>
          <a:xfrm>
            <a:off x="8102278" y="512054"/>
            <a:ext cx="2474572" cy="584775"/>
          </a:xfrm>
          <a:prstGeom prst="rect">
            <a:avLst/>
          </a:prstGeom>
          <a:noFill/>
        </p:spPr>
        <p:txBody>
          <a:bodyPr wrap="square" rtlCol="0">
            <a:spAutoFit/>
          </a:bodyPr>
          <a:lstStyle/>
          <a:p>
            <a:r>
              <a:rPr lang="en-US" sz="3200">
                <a:solidFill>
                  <a:schemeClr val="bg1"/>
                </a:solidFill>
                <a:highlight>
                  <a:srgbClr val="00FF00"/>
                </a:highlight>
                <a:latin typeface="Eras Bold ITC" panose="020B0907030504020204" pitchFamily="34" charset="0"/>
              </a:rPr>
              <a:t>CORRECT!</a:t>
            </a:r>
          </a:p>
        </p:txBody>
      </p:sp>
      <p:pic>
        <p:nvPicPr>
          <p:cNvPr id="11" name="Picture 2">
            <a:extLst>
              <a:ext uri="{FF2B5EF4-FFF2-40B4-BE49-F238E27FC236}">
                <a16:creationId xmlns:a16="http://schemas.microsoft.com/office/drawing/2014/main" id="{1F601359-5CCD-B8F8-3F4B-EDB1D883C6BA}"/>
              </a:ext>
              <a:ext uri="{C183D7F6-B498-43B3-948B-1728B52AA6E4}">
                <adec:decorative xmlns:adec="http://schemas.microsoft.com/office/drawing/2017/decorative" val="1"/>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4673" b="98131" l="2553" r="99149">
                        <a14:foregroundMark x1="13191" y1="5140" x2="8085" y2="14953"/>
                        <a14:foregroundMark x1="59574" y1="87383" x2="80426" y2="98598"/>
                        <a14:foregroundMark x1="86809" y1="94393" x2="99149" y2="97196"/>
                        <a14:foregroundMark x1="5106" y1="19626" x2="2553" y2="26168"/>
                      </a14:backgroundRemoval>
                    </a14:imgEffect>
                  </a14:imgLayer>
                </a14:imgProps>
              </a:ext>
              <a:ext uri="{28A0092B-C50C-407E-A947-70E740481C1C}">
                <a14:useLocalDpi xmlns:a14="http://schemas.microsoft.com/office/drawing/2010/main" val="0"/>
              </a:ext>
            </a:extLst>
          </a:blip>
          <a:srcRect/>
          <a:stretch>
            <a:fillRect/>
          </a:stretch>
        </p:blipFill>
        <p:spPr bwMode="auto">
          <a:xfrm rot="8585654">
            <a:off x="4436749" y="5012042"/>
            <a:ext cx="1277339" cy="1163194"/>
          </a:xfrm>
          <a:prstGeom prst="rect">
            <a:avLst/>
          </a:prstGeom>
          <a:noFill/>
          <a:extLst>
            <a:ext uri="{909E8E84-426E-40DD-AFC4-6F175D3DCCD1}">
              <a14:hiddenFill xmlns:a14="http://schemas.microsoft.com/office/drawing/2010/main">
                <a:solidFill>
                  <a:srgbClr val="FFFFFF"/>
                </a:solidFill>
              </a14:hiddenFill>
            </a:ext>
          </a:extLst>
        </p:spPr>
      </p:pic>
      <p:sp>
        <p:nvSpPr>
          <p:cNvPr id="12" name="TextBox 11">
            <a:extLst>
              <a:ext uri="{FF2B5EF4-FFF2-40B4-BE49-F238E27FC236}">
                <a16:creationId xmlns:a16="http://schemas.microsoft.com/office/drawing/2014/main" id="{A96E220C-B42F-9B21-8A50-3B24999FE247}"/>
              </a:ext>
              <a:ext uri="{C183D7F6-B498-43B3-948B-1728B52AA6E4}">
                <adec:decorative xmlns:adec="http://schemas.microsoft.com/office/drawing/2017/decorative" val="1"/>
              </a:ext>
            </a:extLst>
          </p:cNvPr>
          <p:cNvSpPr txBox="1"/>
          <p:nvPr/>
        </p:nvSpPr>
        <p:spPr>
          <a:xfrm>
            <a:off x="594360" y="5558727"/>
            <a:ext cx="4481058" cy="1077218"/>
          </a:xfrm>
          <a:prstGeom prst="rect">
            <a:avLst/>
          </a:prstGeom>
          <a:noFill/>
        </p:spPr>
        <p:txBody>
          <a:bodyPr wrap="square" rtlCol="0">
            <a:spAutoFit/>
          </a:bodyPr>
          <a:lstStyle/>
          <a:p>
            <a:pPr algn="r"/>
            <a:r>
              <a:rPr lang="en-US" sz="3200">
                <a:solidFill>
                  <a:schemeClr val="bg1"/>
                </a:solidFill>
                <a:highlight>
                  <a:srgbClr val="FF0000"/>
                </a:highlight>
                <a:latin typeface="Eras Bold ITC" panose="020B0907030504020204" pitchFamily="34" charset="0"/>
              </a:rPr>
              <a:t>WRONG!</a:t>
            </a:r>
          </a:p>
          <a:p>
            <a:pPr algn="r"/>
            <a:r>
              <a:rPr lang="en-US" sz="3200">
                <a:solidFill>
                  <a:schemeClr val="bg1"/>
                </a:solidFill>
                <a:highlight>
                  <a:srgbClr val="FF0000"/>
                </a:highlight>
                <a:latin typeface="Eras Bold ITC" panose="020B0907030504020204" pitchFamily="34" charset="0"/>
              </a:rPr>
              <a:t>Don’t tear the paper!</a:t>
            </a:r>
          </a:p>
        </p:txBody>
      </p:sp>
      <p:pic>
        <p:nvPicPr>
          <p:cNvPr id="13" name="Picture 2">
            <a:extLst>
              <a:ext uri="{FF2B5EF4-FFF2-40B4-BE49-F238E27FC236}">
                <a16:creationId xmlns:a16="http://schemas.microsoft.com/office/drawing/2014/main" id="{0E9F8179-0207-C223-FD57-C40085235BD1}"/>
              </a:ext>
              <a:ext uri="{C183D7F6-B498-43B3-948B-1728B52AA6E4}">
                <adec:decorative xmlns:adec="http://schemas.microsoft.com/office/drawing/2017/decorative" val="1"/>
              </a:ext>
            </a:extLst>
          </p:cNvPr>
          <p:cNvPicPr>
            <a:picLocks noChangeAspect="1" noChangeArrowheads="1"/>
          </p:cNvPicPr>
          <p:nvPr/>
        </p:nvPicPr>
        <p:blipFill>
          <a:blip r:embed="rId8">
            <a:extLst>
              <a:ext uri="{BEBA8EAE-BF5A-486C-A8C5-ECC9F3942E4B}">
                <a14:imgProps xmlns:a14="http://schemas.microsoft.com/office/drawing/2010/main">
                  <a14:imgLayer r:embed="rId9">
                    <a14:imgEffect>
                      <a14:backgroundRemoval t="4673" b="98131" l="2553" r="99149">
                        <a14:foregroundMark x1="13191" y1="5140" x2="8085" y2="14953"/>
                        <a14:foregroundMark x1="59574" y1="87383" x2="80426" y2="98598"/>
                        <a14:foregroundMark x1="86809" y1="94393" x2="99149" y2="97196"/>
                        <a14:foregroundMark x1="5106" y1="19626" x2="2553" y2="26168"/>
                      </a14:backgroundRemoval>
                    </a14:imgEffect>
                  </a14:imgLayer>
                </a14:imgProps>
              </a:ext>
              <a:ext uri="{28A0092B-C50C-407E-A947-70E740481C1C}">
                <a14:useLocalDpi xmlns:a14="http://schemas.microsoft.com/office/drawing/2010/main" val="0"/>
              </a:ext>
            </a:extLst>
          </a:blip>
          <a:srcRect/>
          <a:stretch>
            <a:fillRect/>
          </a:stretch>
        </p:blipFill>
        <p:spPr bwMode="auto">
          <a:xfrm rot="13264656">
            <a:off x="10879252" y="3956440"/>
            <a:ext cx="1277339" cy="1163194"/>
          </a:xfrm>
          <a:prstGeom prst="rect">
            <a:avLst/>
          </a:prstGeom>
          <a:noFill/>
          <a:extLst>
            <a:ext uri="{909E8E84-426E-40DD-AFC4-6F175D3DCCD1}">
              <a14:hiddenFill xmlns:a14="http://schemas.microsoft.com/office/drawing/2010/main">
                <a:solidFill>
                  <a:srgbClr val="FFFFFF"/>
                </a:solidFill>
              </a14:hiddenFill>
            </a:ext>
          </a:extLst>
        </p:spPr>
      </p:pic>
      <p:sp>
        <p:nvSpPr>
          <p:cNvPr id="14" name="TextBox 13">
            <a:extLst>
              <a:ext uri="{FF2B5EF4-FFF2-40B4-BE49-F238E27FC236}">
                <a16:creationId xmlns:a16="http://schemas.microsoft.com/office/drawing/2014/main" id="{93EBDD4E-238D-3690-83B4-2D3E719D9107}"/>
              </a:ext>
              <a:ext uri="{C183D7F6-B498-43B3-948B-1728B52AA6E4}">
                <adec:decorative xmlns:adec="http://schemas.microsoft.com/office/drawing/2017/decorative" val="1"/>
              </a:ext>
            </a:extLst>
          </p:cNvPr>
          <p:cNvSpPr txBox="1"/>
          <p:nvPr/>
        </p:nvSpPr>
        <p:spPr>
          <a:xfrm>
            <a:off x="6939216" y="3244193"/>
            <a:ext cx="4481058" cy="1077218"/>
          </a:xfrm>
          <a:prstGeom prst="rect">
            <a:avLst/>
          </a:prstGeom>
          <a:noFill/>
        </p:spPr>
        <p:txBody>
          <a:bodyPr wrap="square" rtlCol="0">
            <a:spAutoFit/>
          </a:bodyPr>
          <a:lstStyle/>
          <a:p>
            <a:pPr algn="r"/>
            <a:r>
              <a:rPr lang="en-US" sz="3200">
                <a:solidFill>
                  <a:schemeClr val="bg1"/>
                </a:solidFill>
                <a:highlight>
                  <a:srgbClr val="FF0000"/>
                </a:highlight>
                <a:latin typeface="Eras Bold ITC" panose="020B0907030504020204" pitchFamily="34" charset="0"/>
              </a:rPr>
              <a:t>WRONG!</a:t>
            </a:r>
          </a:p>
          <a:p>
            <a:pPr algn="r"/>
            <a:r>
              <a:rPr lang="en-US" sz="3200">
                <a:solidFill>
                  <a:schemeClr val="bg1"/>
                </a:solidFill>
                <a:highlight>
                  <a:srgbClr val="FF0000"/>
                </a:highlight>
                <a:latin typeface="Eras Bold ITC" panose="020B0907030504020204" pitchFamily="34" charset="0"/>
              </a:rPr>
              <a:t>Fill in the squares</a:t>
            </a:r>
          </a:p>
        </p:txBody>
      </p:sp>
    </p:spTree>
    <p:extLst>
      <p:ext uri="{BB962C8B-B14F-4D97-AF65-F5344CB8AC3E}">
        <p14:creationId xmlns:p14="http://schemas.microsoft.com/office/powerpoint/2010/main" val="40925786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1: A Single Processor</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6122238" cy="3636740"/>
          </a:xfrm>
        </p:spPr>
        <p:txBody>
          <a:bodyPr/>
          <a:lstStyle/>
          <a:p>
            <a:pPr marL="0" indent="0">
              <a:buNone/>
            </a:pPr>
            <a:r>
              <a:rPr lang="en-US" b="1" dirty="0"/>
              <a:t>Two people:</a:t>
            </a:r>
          </a:p>
          <a:p>
            <a:pPr marL="457200" lvl="0" indent="-387350" algn="l" rtl="0">
              <a:lnSpc>
                <a:spcPct val="107916"/>
              </a:lnSpc>
              <a:spcBef>
                <a:spcPts val="1200"/>
              </a:spcBef>
              <a:spcAft>
                <a:spcPts val="0"/>
              </a:spcAft>
              <a:buClr>
                <a:schemeClr val="dk1"/>
              </a:buClr>
              <a:buSzPts val="2500"/>
              <a:buAutoNum type="arabicPeriod"/>
            </a:pPr>
            <a:r>
              <a:rPr lang="en-US" b="1" dirty="0">
                <a:solidFill>
                  <a:schemeClr val="dk1"/>
                </a:solidFill>
                <a:highlight>
                  <a:srgbClr val="FFFF00"/>
                </a:highlight>
                <a:ea typeface="Aptos"/>
                <a:cs typeface="Aptos"/>
                <a:sym typeface="Aptos"/>
              </a:rPr>
              <a:t>The Processor</a:t>
            </a:r>
            <a:r>
              <a:rPr lang="en-US" dirty="0">
                <a:solidFill>
                  <a:schemeClr val="dk1"/>
                </a:solidFill>
                <a:ea typeface="Aptos"/>
                <a:cs typeface="Aptos"/>
                <a:sym typeface="Aptos"/>
              </a:rPr>
              <a:t>: colors first stripe (box by box), second stripe (box by box), third stripe (box by box), and then fourth stripe (box by box)</a:t>
            </a:r>
          </a:p>
          <a:p>
            <a:pPr marL="457200" lvl="0" indent="-387350" algn="l" rtl="0">
              <a:lnSpc>
                <a:spcPct val="107916"/>
              </a:lnSpc>
              <a:spcBef>
                <a:spcPts val="800"/>
              </a:spcBef>
              <a:spcAft>
                <a:spcPts val="800"/>
              </a:spcAft>
              <a:buClr>
                <a:schemeClr val="dk1"/>
              </a:buClr>
              <a:buSzPts val="2500"/>
              <a:buAutoNum type="arabicPeriod"/>
            </a:pPr>
            <a:r>
              <a:rPr lang="en-US" b="1" dirty="0">
                <a:solidFill>
                  <a:schemeClr val="dk1"/>
                </a:solidFill>
                <a:highlight>
                  <a:srgbClr val="FFFF00"/>
                </a:highlight>
              </a:rPr>
              <a:t>Timer</a:t>
            </a:r>
            <a:r>
              <a:rPr lang="en-US" dirty="0">
                <a:solidFill>
                  <a:schemeClr val="dk1"/>
                </a:solidFill>
              </a:rPr>
              <a:t>: Times the Processor</a:t>
            </a:r>
          </a:p>
          <a:p>
            <a:endParaRPr lang="en-US" dirty="0"/>
          </a:p>
        </p:txBody>
      </p:sp>
      <p:graphicFrame>
        <p:nvGraphicFramePr>
          <p:cNvPr id="6" name="Google Shape;70;p15">
            <a:extLst>
              <a:ext uri="{FF2B5EF4-FFF2-40B4-BE49-F238E27FC236}">
                <a16:creationId xmlns:a16="http://schemas.microsoft.com/office/drawing/2014/main" id="{6A86A4F7-F20C-C218-6B44-FF486E2C726C}"/>
              </a:ext>
            </a:extLst>
          </p:cNvPr>
          <p:cNvGraphicFramePr/>
          <p:nvPr>
            <p:extLst>
              <p:ext uri="{D42A27DB-BD31-4B8C-83A1-F6EECF244321}">
                <p14:modId xmlns:p14="http://schemas.microsoft.com/office/powerpoint/2010/main" val="516786949"/>
              </p:ext>
            </p:extLst>
          </p:nvPr>
        </p:nvGraphicFramePr>
        <p:xfrm>
          <a:off x="7253926" y="2552021"/>
          <a:ext cx="4651215" cy="2816056"/>
        </p:xfrm>
        <a:graphic>
          <a:graphicData uri="http://schemas.openxmlformats.org/drawingml/2006/table">
            <a:tbl>
              <a:tblPr firstRow="1" bandRow="1">
                <a:noFill/>
              </a:tblPr>
              <a:tblGrid>
                <a:gridCol w="745847">
                  <a:extLst>
                    <a:ext uri="{9D8B030D-6E8A-4147-A177-3AD203B41FA5}">
                      <a16:colId xmlns:a16="http://schemas.microsoft.com/office/drawing/2014/main" val="20000"/>
                    </a:ext>
                  </a:extLst>
                </a:gridCol>
                <a:gridCol w="488171">
                  <a:extLst>
                    <a:ext uri="{9D8B030D-6E8A-4147-A177-3AD203B41FA5}">
                      <a16:colId xmlns:a16="http://schemas.microsoft.com/office/drawing/2014/main" val="20001"/>
                    </a:ext>
                  </a:extLst>
                </a:gridCol>
                <a:gridCol w="488171">
                  <a:extLst>
                    <a:ext uri="{9D8B030D-6E8A-4147-A177-3AD203B41FA5}">
                      <a16:colId xmlns:a16="http://schemas.microsoft.com/office/drawing/2014/main" val="20002"/>
                    </a:ext>
                  </a:extLst>
                </a:gridCol>
                <a:gridCol w="488171">
                  <a:extLst>
                    <a:ext uri="{9D8B030D-6E8A-4147-A177-3AD203B41FA5}">
                      <a16:colId xmlns:a16="http://schemas.microsoft.com/office/drawing/2014/main" val="20003"/>
                    </a:ext>
                  </a:extLst>
                </a:gridCol>
                <a:gridCol w="488171">
                  <a:extLst>
                    <a:ext uri="{9D8B030D-6E8A-4147-A177-3AD203B41FA5}">
                      <a16:colId xmlns:a16="http://schemas.microsoft.com/office/drawing/2014/main" val="20004"/>
                    </a:ext>
                  </a:extLst>
                </a:gridCol>
                <a:gridCol w="488171">
                  <a:extLst>
                    <a:ext uri="{9D8B030D-6E8A-4147-A177-3AD203B41FA5}">
                      <a16:colId xmlns:a16="http://schemas.microsoft.com/office/drawing/2014/main" val="20005"/>
                    </a:ext>
                  </a:extLst>
                </a:gridCol>
                <a:gridCol w="488171">
                  <a:extLst>
                    <a:ext uri="{9D8B030D-6E8A-4147-A177-3AD203B41FA5}">
                      <a16:colId xmlns:a16="http://schemas.microsoft.com/office/drawing/2014/main" val="20006"/>
                    </a:ext>
                  </a:extLst>
                </a:gridCol>
                <a:gridCol w="488171">
                  <a:extLst>
                    <a:ext uri="{9D8B030D-6E8A-4147-A177-3AD203B41FA5}">
                      <a16:colId xmlns:a16="http://schemas.microsoft.com/office/drawing/2014/main" val="20007"/>
                    </a:ext>
                  </a:extLst>
                </a:gridCol>
                <a:gridCol w="488171">
                  <a:extLst>
                    <a:ext uri="{9D8B030D-6E8A-4147-A177-3AD203B41FA5}">
                      <a16:colId xmlns:a16="http://schemas.microsoft.com/office/drawing/2014/main" val="20008"/>
                    </a:ext>
                  </a:extLst>
                </a:gridCol>
              </a:tblGrid>
              <a:tr h="352007">
                <a:tc rowSpan="8">
                  <a:txBody>
                    <a:bodyPr/>
                    <a:lstStyle/>
                    <a:p>
                      <a:pPr marL="0" lvl="0" indent="0" algn="ctr" rtl="0">
                        <a:spcBef>
                          <a:spcPts val="0"/>
                        </a:spcBef>
                        <a:spcAft>
                          <a:spcPts val="0"/>
                        </a:spcAft>
                        <a:buNone/>
                      </a:pPr>
                      <a:r>
                        <a:rPr lang="en" sz="1800" b="1">
                          <a:solidFill>
                            <a:schemeClr val="bg1"/>
                          </a:solidFill>
                          <a:latin typeface="Aptos"/>
                          <a:ea typeface="Aptos"/>
                          <a:cs typeface="Aptos"/>
                          <a:sym typeface="Aptos"/>
                        </a:rPr>
                        <a:t>P1</a:t>
                      </a:r>
                      <a:endParaRPr sz="1800" b="1">
                        <a:solidFill>
                          <a:schemeClr val="bg1"/>
                        </a:solidFill>
                        <a:latin typeface="Aptos"/>
                        <a:ea typeface="Aptos"/>
                        <a:cs typeface="Aptos"/>
                        <a:sym typeface="Aptos"/>
                      </a:endParaRPr>
                    </a:p>
                  </a:txBody>
                  <a:tcPr marL="68575" marR="68575" marT="0" marB="0" anchor="ct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7</a:t>
                      </a:r>
                      <a:endParaRPr sz="18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8</a:t>
                      </a:r>
                      <a:endParaRPr sz="18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0000"/>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9</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10</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11</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12</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13</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14</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15</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16</a:t>
                      </a:r>
                      <a:endParaRPr sz="18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17</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18</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19</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20</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21</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22</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23</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24</a:t>
                      </a:r>
                      <a:endParaRPr sz="18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25</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26</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27</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28</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29</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30</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31</a:t>
                      </a:r>
                      <a:endParaRPr sz="18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32</a:t>
                      </a:r>
                      <a:endParaRPr sz="1800" b="1">
                        <a:solidFill>
                          <a:schemeClr val="bg1"/>
                        </a:solidFill>
                        <a:latin typeface="Aptos"/>
                        <a:ea typeface="Aptos"/>
                        <a:cs typeface="Aptos"/>
                        <a:sym typeface="Aptos"/>
                      </a:endParaRPr>
                    </a:p>
                  </a:txBody>
                  <a:tcPr marL="68575" marR="68575" marT="0" marB="0">
                    <a:solidFill>
                      <a:srgbClr val="4C94D8"/>
                    </a:solidFill>
                  </a:tcPr>
                </a:tc>
                <a:extLst>
                  <a:ext uri="{0D108BD9-81ED-4DB2-BD59-A6C34878D82A}">
                    <a16:rowId xmlns:a16="http://schemas.microsoft.com/office/drawing/2014/main" val="10003"/>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33</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34</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35</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36</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37</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38</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39</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40</a:t>
                      </a:r>
                      <a:endParaRPr sz="18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10004"/>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41</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42</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43</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44</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45</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46</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47</a:t>
                      </a:r>
                      <a:endParaRPr sz="18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48</a:t>
                      </a:r>
                      <a:endParaRPr sz="18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10005"/>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49</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50</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51</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52</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53</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54</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55</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56</a:t>
                      </a:r>
                      <a:endParaRPr sz="1800" b="1">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10006"/>
                  </a:ext>
                </a:extLst>
              </a:tr>
              <a:tr h="352007">
                <a:tc vMerge="1">
                  <a:txBody>
                    <a:bodyPr/>
                    <a:lstStyle/>
                    <a:p>
                      <a:endParaRPr lang="en-US"/>
                    </a:p>
                  </a:txBody>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57</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58</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59</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60</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61</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62</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a:solidFill>
                            <a:schemeClr val="bg1"/>
                          </a:solidFill>
                          <a:latin typeface="Aptos"/>
                          <a:ea typeface="Aptos"/>
                          <a:cs typeface="Aptos"/>
                          <a:sym typeface="Aptos"/>
                        </a:rPr>
                        <a:t>63</a:t>
                      </a:r>
                      <a:endParaRPr sz="18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l" rtl="0">
                        <a:spcBef>
                          <a:spcPts val="0"/>
                        </a:spcBef>
                        <a:spcAft>
                          <a:spcPts val="0"/>
                        </a:spcAft>
                        <a:buNone/>
                      </a:pPr>
                      <a:r>
                        <a:rPr lang="en-US" sz="1800" b="1" dirty="0">
                          <a:solidFill>
                            <a:schemeClr val="bg1"/>
                          </a:solidFill>
                          <a:latin typeface="Aptos"/>
                          <a:ea typeface="Aptos"/>
                          <a:cs typeface="Aptos"/>
                          <a:sym typeface="Aptos"/>
                        </a:rPr>
                        <a:t>64</a:t>
                      </a:r>
                      <a:endParaRPr sz="1800" b="1" dirty="0">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10007"/>
                  </a:ext>
                </a:extLst>
              </a:tr>
            </a:tbl>
          </a:graphicData>
        </a:graphic>
      </p:graphicFrame>
      <p:sp>
        <p:nvSpPr>
          <p:cNvPr id="7" name="TextBox 6">
            <a:extLst>
              <a:ext uri="{FF2B5EF4-FFF2-40B4-BE49-F238E27FC236}">
                <a16:creationId xmlns:a16="http://schemas.microsoft.com/office/drawing/2014/main" id="{D0C5B77A-4112-3466-D271-49DEBFDB7A5D}"/>
              </a:ext>
            </a:extLst>
          </p:cNvPr>
          <p:cNvSpPr txBox="1"/>
          <p:nvPr/>
        </p:nvSpPr>
        <p:spPr>
          <a:xfrm>
            <a:off x="5299113" y="5704597"/>
            <a:ext cx="6692974"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spTree>
    <p:extLst>
      <p:ext uri="{BB962C8B-B14F-4D97-AF65-F5344CB8AC3E}">
        <p14:creationId xmlns:p14="http://schemas.microsoft.com/office/powerpoint/2010/main" val="7524286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Scenario 1: </a:t>
            </a:r>
            <a:br>
              <a:rPr lang="en-US" dirty="0"/>
            </a:br>
            <a:r>
              <a:rPr lang="en-US" dirty="0"/>
              <a:t>Record your Times on the Whiteboard!</a:t>
            </a:r>
            <a:endParaRPr lang="en-US" dirty="0">
              <a:solidFill>
                <a:srgbClr val="00B050"/>
              </a:solidFill>
            </a:endParaRP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465658"/>
            <a:ext cx="4434691" cy="989374"/>
          </a:xfrm>
          <a:solidFill>
            <a:srgbClr val="00B0F0"/>
          </a:solidFill>
        </p:spPr>
        <p:txBody>
          <a:bodyPr/>
          <a:lstStyle/>
          <a:p>
            <a:pPr marL="69850" indent="0">
              <a:lnSpc>
                <a:spcPct val="107916"/>
              </a:lnSpc>
              <a:spcBef>
                <a:spcPts val="1200"/>
              </a:spcBef>
              <a:buClr>
                <a:schemeClr val="dk1"/>
              </a:buClr>
              <a:buSzPts val="2500"/>
              <a:buNone/>
            </a:pPr>
            <a:r>
              <a:rPr lang="en-US" dirty="0"/>
              <a:t>Identify your table number on one of the white boards. </a:t>
            </a:r>
          </a:p>
        </p:txBody>
      </p:sp>
      <p:sp>
        <p:nvSpPr>
          <p:cNvPr id="7" name="TextBox 6">
            <a:extLst>
              <a:ext uri="{FF2B5EF4-FFF2-40B4-BE49-F238E27FC236}">
                <a16:creationId xmlns:a16="http://schemas.microsoft.com/office/drawing/2014/main" id="{EBD50132-DC8D-40F1-46FD-314182889361}"/>
              </a:ext>
            </a:extLst>
          </p:cNvPr>
          <p:cNvSpPr txBox="1"/>
          <p:nvPr/>
        </p:nvSpPr>
        <p:spPr>
          <a:xfrm>
            <a:off x="7088579" y="1970972"/>
            <a:ext cx="3619500" cy="989373"/>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marL="69850" indent="0">
              <a:lnSpc>
                <a:spcPct val="107916"/>
              </a:lnSpc>
              <a:spcBef>
                <a:spcPts val="1200"/>
              </a:spcBef>
              <a:buClr>
                <a:schemeClr val="dk1"/>
              </a:buClr>
              <a:buSzPts val="2500"/>
              <a:buNone/>
            </a:pPr>
            <a:r>
              <a:rPr lang="en-US" sz="2800" b="1" dirty="0">
                <a:solidFill>
                  <a:schemeClr val="dk1"/>
                </a:solidFill>
                <a:ea typeface="Aptos"/>
                <a:cs typeface="Aptos"/>
                <a:sym typeface="Aptos"/>
              </a:rPr>
              <a:t>Put your group’s time in the scenario 1 row.</a:t>
            </a:r>
          </a:p>
        </p:txBody>
      </p:sp>
      <p:pic>
        <p:nvPicPr>
          <p:cNvPr id="9" name="Picture 8" descr="table layout">
            <a:extLst>
              <a:ext uri="{FF2B5EF4-FFF2-40B4-BE49-F238E27FC236}">
                <a16:creationId xmlns:a16="http://schemas.microsoft.com/office/drawing/2014/main" id="{EE8B2CDC-B0B1-3D84-8DA1-85C1545C2CF7}"/>
              </a:ext>
            </a:extLst>
          </p:cNvPr>
          <p:cNvPicPr>
            <a:picLocks noChangeAspect="1"/>
          </p:cNvPicPr>
          <p:nvPr/>
        </p:nvPicPr>
        <p:blipFill>
          <a:blip r:embed="rId3"/>
          <a:stretch>
            <a:fillRect/>
          </a:stretch>
        </p:blipFill>
        <p:spPr>
          <a:xfrm>
            <a:off x="816997" y="3543167"/>
            <a:ext cx="3989416" cy="3219729"/>
          </a:xfrm>
          <a:prstGeom prst="rect">
            <a:avLst/>
          </a:prstGeom>
        </p:spPr>
      </p:pic>
      <p:pic>
        <p:nvPicPr>
          <p:cNvPr id="4" name="Picture 3" descr="table 3">
            <a:extLst>
              <a:ext uri="{FF2B5EF4-FFF2-40B4-BE49-F238E27FC236}">
                <a16:creationId xmlns:a16="http://schemas.microsoft.com/office/drawing/2014/main" id="{D067D168-22ED-EE20-4929-6E025828DD40}"/>
              </a:ext>
            </a:extLst>
          </p:cNvPr>
          <p:cNvPicPr>
            <a:picLocks noChangeAspect="1"/>
          </p:cNvPicPr>
          <p:nvPr/>
        </p:nvPicPr>
        <p:blipFill>
          <a:blip r:embed="rId4"/>
          <a:stretch>
            <a:fillRect/>
          </a:stretch>
        </p:blipFill>
        <p:spPr>
          <a:xfrm>
            <a:off x="6838950" y="3045856"/>
            <a:ext cx="4118758" cy="3717040"/>
          </a:xfrm>
          <a:prstGeom prst="rect">
            <a:avLst/>
          </a:prstGeom>
        </p:spPr>
      </p:pic>
      <p:sp>
        <p:nvSpPr>
          <p:cNvPr id="10" name="Arrow: Striped Right 9">
            <a:extLst>
              <a:ext uri="{FF2B5EF4-FFF2-40B4-BE49-F238E27FC236}">
                <a16:creationId xmlns:a16="http://schemas.microsoft.com/office/drawing/2014/main" id="{9FD02298-95E2-99FD-E55F-E807C85A5D2C}"/>
              </a:ext>
              <a:ext uri="{C183D7F6-B498-43B3-948B-1728B52AA6E4}">
                <adec:decorative xmlns:adec="http://schemas.microsoft.com/office/drawing/2017/decorative" val="1"/>
              </a:ext>
            </a:extLst>
          </p:cNvPr>
          <p:cNvSpPr/>
          <p:nvPr/>
        </p:nvSpPr>
        <p:spPr>
          <a:xfrm>
            <a:off x="6078149" y="4019551"/>
            <a:ext cx="1076325" cy="609600"/>
          </a:xfrm>
          <a:prstGeom prst="striped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891242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1A4D06D7-E81A-B81A-9BE8-EB5482F9579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3CED5C06-21BE-E854-AD7D-6184A9949CDB}"/>
              </a:ext>
            </a:extLst>
          </p:cNvPr>
          <p:cNvSpPr>
            <a:spLocks noGrp="1"/>
          </p:cNvSpPr>
          <p:nvPr>
            <p:ph type="title"/>
          </p:nvPr>
        </p:nvSpPr>
        <p:spPr>
          <a:xfrm>
            <a:off x="594360" y="584005"/>
            <a:ext cx="10972800" cy="1188720"/>
          </a:xfrm>
        </p:spPr>
        <p:txBody>
          <a:bodyPr/>
          <a:lstStyle/>
          <a:p>
            <a:r>
              <a:rPr lang="en-US" dirty="0"/>
              <a:t>Scenario 1: A Single Processor</a:t>
            </a:r>
            <a:br>
              <a:rPr lang="en-US" dirty="0"/>
            </a:br>
            <a:r>
              <a:rPr lang="en-US" dirty="0">
                <a:solidFill>
                  <a:srgbClr val="FF0000"/>
                </a:solidFill>
              </a:rPr>
              <a:t>Let’s Talk About It</a:t>
            </a:r>
            <a:endParaRPr lang="en-US" dirty="0">
              <a:solidFill>
                <a:srgbClr val="00B050"/>
              </a:solidFill>
            </a:endParaRPr>
          </a:p>
        </p:txBody>
      </p:sp>
      <p:sp>
        <p:nvSpPr>
          <p:cNvPr id="5" name="Table Placeholder 4">
            <a:extLst>
              <a:ext uri="{FF2B5EF4-FFF2-40B4-BE49-F238E27FC236}">
                <a16:creationId xmlns:a16="http://schemas.microsoft.com/office/drawing/2014/main" id="{FA33A075-297F-B647-A459-5E6A14304E11}"/>
              </a:ext>
            </a:extLst>
          </p:cNvPr>
          <p:cNvSpPr>
            <a:spLocks noGrp="1"/>
          </p:cNvSpPr>
          <p:nvPr>
            <p:ph type="tbl" sz="quarter" idx="10"/>
          </p:nvPr>
        </p:nvSpPr>
        <p:spPr>
          <a:xfrm>
            <a:off x="506141" y="2413563"/>
            <a:ext cx="11179718" cy="4047816"/>
          </a:xfrm>
        </p:spPr>
        <p:txBody>
          <a:bodyPr/>
          <a:lstStyle/>
          <a:p>
            <a:pPr marL="69850" indent="0">
              <a:lnSpc>
                <a:spcPct val="107916"/>
              </a:lnSpc>
              <a:spcBef>
                <a:spcPts val="1200"/>
              </a:spcBef>
              <a:buClr>
                <a:schemeClr val="dk1"/>
              </a:buClr>
              <a:buSzPts val="2500"/>
              <a:buNone/>
            </a:pPr>
            <a:r>
              <a:rPr lang="en-US" dirty="0"/>
              <a:t>With only </a:t>
            </a:r>
            <a:r>
              <a:rPr lang="en-US" b="1" dirty="0">
                <a:highlight>
                  <a:srgbClr val="FFFF00"/>
                </a:highlight>
              </a:rPr>
              <a:t>one processor</a:t>
            </a:r>
            <a:r>
              <a:rPr lang="en-US" dirty="0"/>
              <a:t>, every action is </a:t>
            </a:r>
            <a:r>
              <a:rPr lang="en-US" b="1" dirty="0">
                <a:highlight>
                  <a:srgbClr val="FFFF00"/>
                </a:highlight>
              </a:rPr>
              <a:t>sequential</a:t>
            </a:r>
            <a:r>
              <a:rPr lang="en-US" dirty="0"/>
              <a:t>, meaning each cell must be processed one at a time without any parallel work. </a:t>
            </a:r>
          </a:p>
          <a:p>
            <a:pPr marL="69850" indent="0">
              <a:lnSpc>
                <a:spcPct val="107916"/>
              </a:lnSpc>
              <a:spcBef>
                <a:spcPts val="1200"/>
              </a:spcBef>
              <a:buClr>
                <a:schemeClr val="dk1"/>
              </a:buClr>
              <a:buSzPts val="2500"/>
              <a:buNone/>
            </a:pPr>
            <a:r>
              <a:rPr lang="en-US" dirty="0"/>
              <a:t>This highlights the limit of a single-processor system where tasks cannot be divided to reduce time, demonstrating the concept of processing bottlenecks.</a:t>
            </a:r>
          </a:p>
          <a:p>
            <a:pPr marL="69850" indent="0">
              <a:lnSpc>
                <a:spcPct val="107916"/>
              </a:lnSpc>
              <a:spcBef>
                <a:spcPts val="1200"/>
              </a:spcBef>
              <a:buClr>
                <a:schemeClr val="dk1"/>
              </a:buClr>
              <a:buSzPts val="2500"/>
              <a:buNone/>
            </a:pPr>
            <a:r>
              <a:rPr lang="en-US" b="1" dirty="0"/>
              <a:t>In complex tasks requiring a lot of data handling, using a single processor would result in </a:t>
            </a:r>
            <a:r>
              <a:rPr lang="en-US" b="1" dirty="0">
                <a:highlight>
                  <a:srgbClr val="FFFF00"/>
                </a:highlight>
              </a:rPr>
              <a:t>slow performance </a:t>
            </a:r>
            <a:r>
              <a:rPr lang="en-US" b="1" dirty="0"/>
              <a:t>as it processes each item individually. </a:t>
            </a:r>
            <a:endParaRPr lang="en-US" b="1" dirty="0">
              <a:solidFill>
                <a:schemeClr val="dk1"/>
              </a:solidFill>
              <a:ea typeface="Aptos"/>
              <a:cs typeface="Aptos"/>
              <a:sym typeface="Aptos"/>
            </a:endParaRPr>
          </a:p>
          <a:p>
            <a:pPr marL="69850" lvl="0" indent="0" algn="l" rtl="0">
              <a:lnSpc>
                <a:spcPct val="107916"/>
              </a:lnSpc>
              <a:spcBef>
                <a:spcPts val="1200"/>
              </a:spcBef>
              <a:spcAft>
                <a:spcPts val="0"/>
              </a:spcAft>
              <a:buClr>
                <a:schemeClr val="dk1"/>
              </a:buClr>
              <a:buSzPts val="2500"/>
              <a:buNone/>
            </a:pPr>
            <a:endParaRPr lang="en-US" dirty="0">
              <a:solidFill>
                <a:schemeClr val="dk1"/>
              </a:solidFill>
              <a:ea typeface="Aptos"/>
              <a:cs typeface="Aptos"/>
              <a:sym typeface="Aptos"/>
            </a:endParaRPr>
          </a:p>
        </p:txBody>
      </p:sp>
    </p:spTree>
    <p:extLst>
      <p:ext uri="{BB962C8B-B14F-4D97-AF65-F5344CB8AC3E}">
        <p14:creationId xmlns:p14="http://schemas.microsoft.com/office/powerpoint/2010/main" val="34991637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2: Two Processors Collaborating</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5426787" cy="3636740"/>
          </a:xfrm>
        </p:spPr>
        <p:txBody>
          <a:bodyPr/>
          <a:lstStyle/>
          <a:p>
            <a:pPr marL="0" indent="0">
              <a:buNone/>
            </a:pPr>
            <a:r>
              <a:rPr lang="en-US" b="1"/>
              <a:t>Three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Processor 1</a:t>
            </a:r>
            <a:r>
              <a:rPr lang="en-US">
                <a:solidFill>
                  <a:schemeClr val="dk1"/>
                </a:solidFill>
                <a:ea typeface="Aptos"/>
                <a:cs typeface="Aptos"/>
                <a:sym typeface="Aptos"/>
              </a:rPr>
              <a:t>: Colors red and blue stripes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Processor 2</a:t>
            </a:r>
            <a:r>
              <a:rPr lang="en-US">
                <a:solidFill>
                  <a:schemeClr val="dk1"/>
                </a:solidFill>
              </a:rPr>
              <a:t>: Colors yellow and green stripes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them; stop when </a:t>
            </a:r>
            <a:r>
              <a:rPr lang="en-US" b="1">
                <a:solidFill>
                  <a:schemeClr val="dk1"/>
                </a:solidFill>
              </a:rPr>
              <a:t>all</a:t>
            </a:r>
            <a:r>
              <a:rPr lang="en-US">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5376232" y="5852644"/>
            <a:ext cx="6593822"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graphicFrame>
        <p:nvGraphicFramePr>
          <p:cNvPr id="4" name="Google Shape;77;p16">
            <a:extLst>
              <a:ext uri="{FF2B5EF4-FFF2-40B4-BE49-F238E27FC236}">
                <a16:creationId xmlns:a16="http://schemas.microsoft.com/office/drawing/2014/main" id="{DEED791F-C49D-1FF1-5983-9C27805577A0}"/>
              </a:ext>
            </a:extLst>
          </p:cNvPr>
          <p:cNvGraphicFramePr/>
          <p:nvPr>
            <p:extLst>
              <p:ext uri="{D42A27DB-BD31-4B8C-83A1-F6EECF244321}">
                <p14:modId xmlns:p14="http://schemas.microsoft.com/office/powerpoint/2010/main" val="1795208707"/>
              </p:ext>
            </p:extLst>
          </p:nvPr>
        </p:nvGraphicFramePr>
        <p:xfrm>
          <a:off x="6435525" y="2089230"/>
          <a:ext cx="5426787" cy="3188784"/>
        </p:xfrm>
        <a:graphic>
          <a:graphicData uri="http://schemas.openxmlformats.org/drawingml/2006/table">
            <a:tbl>
              <a:tblPr firstRow="1" bandRow="1">
                <a:noFill/>
              </a:tblPr>
              <a:tblGrid>
                <a:gridCol w="612363">
                  <a:extLst>
                    <a:ext uri="{9D8B030D-6E8A-4147-A177-3AD203B41FA5}">
                      <a16:colId xmlns:a16="http://schemas.microsoft.com/office/drawing/2014/main" val="20000"/>
                    </a:ext>
                  </a:extLst>
                </a:gridCol>
                <a:gridCol w="601803">
                  <a:extLst>
                    <a:ext uri="{9D8B030D-6E8A-4147-A177-3AD203B41FA5}">
                      <a16:colId xmlns:a16="http://schemas.microsoft.com/office/drawing/2014/main" val="20001"/>
                    </a:ext>
                  </a:extLst>
                </a:gridCol>
                <a:gridCol w="601803">
                  <a:extLst>
                    <a:ext uri="{9D8B030D-6E8A-4147-A177-3AD203B41FA5}">
                      <a16:colId xmlns:a16="http://schemas.microsoft.com/office/drawing/2014/main" val="20002"/>
                    </a:ext>
                  </a:extLst>
                </a:gridCol>
                <a:gridCol w="601803">
                  <a:extLst>
                    <a:ext uri="{9D8B030D-6E8A-4147-A177-3AD203B41FA5}">
                      <a16:colId xmlns:a16="http://schemas.microsoft.com/office/drawing/2014/main" val="20003"/>
                    </a:ext>
                  </a:extLst>
                </a:gridCol>
                <a:gridCol w="601803">
                  <a:extLst>
                    <a:ext uri="{9D8B030D-6E8A-4147-A177-3AD203B41FA5}">
                      <a16:colId xmlns:a16="http://schemas.microsoft.com/office/drawing/2014/main" val="20004"/>
                    </a:ext>
                  </a:extLst>
                </a:gridCol>
                <a:gridCol w="601803">
                  <a:extLst>
                    <a:ext uri="{9D8B030D-6E8A-4147-A177-3AD203B41FA5}">
                      <a16:colId xmlns:a16="http://schemas.microsoft.com/office/drawing/2014/main" val="20005"/>
                    </a:ext>
                  </a:extLst>
                </a:gridCol>
                <a:gridCol w="601803">
                  <a:extLst>
                    <a:ext uri="{9D8B030D-6E8A-4147-A177-3AD203B41FA5}">
                      <a16:colId xmlns:a16="http://schemas.microsoft.com/office/drawing/2014/main" val="20006"/>
                    </a:ext>
                  </a:extLst>
                </a:gridCol>
                <a:gridCol w="601803">
                  <a:extLst>
                    <a:ext uri="{9D8B030D-6E8A-4147-A177-3AD203B41FA5}">
                      <a16:colId xmlns:a16="http://schemas.microsoft.com/office/drawing/2014/main" val="20007"/>
                    </a:ext>
                  </a:extLst>
                </a:gridCol>
                <a:gridCol w="601803">
                  <a:extLst>
                    <a:ext uri="{9D8B030D-6E8A-4147-A177-3AD203B41FA5}">
                      <a16:colId xmlns:a16="http://schemas.microsoft.com/office/drawing/2014/main" val="20008"/>
                    </a:ext>
                  </a:extLst>
                </a:gridCol>
              </a:tblGrid>
              <a:tr h="398598">
                <a:tc rowSpan="4">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P1</a:t>
                      </a:r>
                      <a:endParaRPr sz="2000" b="1">
                        <a:solidFill>
                          <a:schemeClr val="bg1"/>
                        </a:solidFill>
                        <a:latin typeface="Aptos"/>
                        <a:ea typeface="Aptos"/>
                        <a:cs typeface="Aptos"/>
                        <a:sym typeface="Aptos"/>
                      </a:endParaRPr>
                    </a:p>
                  </a:txBody>
                  <a:tcPr marL="68575" marR="68575" marT="0" marB="0" anchor="ctr">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0000"/>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17</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18</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19</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20</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21</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22</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23</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24</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27</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28</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extLst>
                  <a:ext uri="{0D108BD9-81ED-4DB2-BD59-A6C34878D82A}">
                    <a16:rowId xmlns:a16="http://schemas.microsoft.com/office/drawing/2014/main" val="10003"/>
                  </a:ext>
                </a:extLst>
              </a:tr>
              <a:tr h="398598">
                <a:tc rowSpan="4">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P2</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extLst>
                  <a:ext uri="{0D108BD9-81ED-4DB2-BD59-A6C34878D82A}">
                    <a16:rowId xmlns:a16="http://schemas.microsoft.com/office/drawing/2014/main" val="10004"/>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5"/>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17</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18</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19</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20</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21</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22</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23</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24</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8ED873"/>
                    </a:solidFill>
                  </a:tcPr>
                </a:tc>
                <a:extLst>
                  <a:ext uri="{0D108BD9-81ED-4DB2-BD59-A6C34878D82A}">
                    <a16:rowId xmlns:a16="http://schemas.microsoft.com/office/drawing/2014/main" val="10006"/>
                  </a:ext>
                </a:extLst>
              </a:tr>
              <a:tr h="398598">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25</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26</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27</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28</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29</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30</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31</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dirty="0">
                          <a:solidFill>
                            <a:schemeClr val="bg1"/>
                          </a:solidFill>
                          <a:latin typeface="Aptos"/>
                          <a:ea typeface="Aptos"/>
                          <a:cs typeface="Aptos"/>
                          <a:sym typeface="Aptos"/>
                        </a:rPr>
                        <a:t>32</a:t>
                      </a:r>
                      <a:endParaRPr sz="2000" b="1" dirty="0">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281462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4F9E256D-C602-1532-862F-CF1AA4C08075}"/>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6A9EEF9-417D-F264-0F94-FA2C1F6B7E48}"/>
              </a:ext>
            </a:extLst>
          </p:cNvPr>
          <p:cNvSpPr>
            <a:spLocks noGrp="1"/>
          </p:cNvSpPr>
          <p:nvPr>
            <p:ph type="title"/>
          </p:nvPr>
        </p:nvSpPr>
        <p:spPr>
          <a:xfrm>
            <a:off x="594360" y="584005"/>
            <a:ext cx="10972800" cy="1188720"/>
          </a:xfrm>
        </p:spPr>
        <p:txBody>
          <a:bodyPr/>
          <a:lstStyle/>
          <a:p>
            <a:r>
              <a:rPr lang="en-US" dirty="0"/>
              <a:t>Scenario 2: </a:t>
            </a:r>
            <a:br>
              <a:rPr lang="en-US" dirty="0"/>
            </a:br>
            <a:r>
              <a:rPr lang="en-US" dirty="0"/>
              <a:t>Record your Times on the Whiteboard!</a:t>
            </a:r>
            <a:endParaRPr lang="en-US" dirty="0">
              <a:solidFill>
                <a:srgbClr val="00B050"/>
              </a:solidFill>
            </a:endParaRPr>
          </a:p>
        </p:txBody>
      </p:sp>
      <p:sp>
        <p:nvSpPr>
          <p:cNvPr id="7" name="TextBox 6">
            <a:extLst>
              <a:ext uri="{FF2B5EF4-FFF2-40B4-BE49-F238E27FC236}">
                <a16:creationId xmlns:a16="http://schemas.microsoft.com/office/drawing/2014/main" id="{2FBE77EE-7978-F735-EB2A-3AE9466D210D}"/>
              </a:ext>
            </a:extLst>
          </p:cNvPr>
          <p:cNvSpPr txBox="1"/>
          <p:nvPr/>
        </p:nvSpPr>
        <p:spPr>
          <a:xfrm>
            <a:off x="2143125" y="2400165"/>
            <a:ext cx="6753225" cy="523990"/>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marL="69850" indent="0">
              <a:lnSpc>
                <a:spcPct val="107916"/>
              </a:lnSpc>
              <a:spcBef>
                <a:spcPts val="1200"/>
              </a:spcBef>
              <a:buClr>
                <a:schemeClr val="dk1"/>
              </a:buClr>
              <a:buSzPts val="2500"/>
              <a:buNone/>
            </a:pPr>
            <a:r>
              <a:rPr lang="en-US" sz="2800" b="1" dirty="0">
                <a:solidFill>
                  <a:schemeClr val="dk1"/>
                </a:solidFill>
                <a:ea typeface="Aptos"/>
                <a:cs typeface="Aptos"/>
                <a:sym typeface="Aptos"/>
              </a:rPr>
              <a:t>Put your group’s time in the scenario 2 row.</a:t>
            </a:r>
          </a:p>
        </p:txBody>
      </p:sp>
      <p:pic>
        <p:nvPicPr>
          <p:cNvPr id="4" name="Picture 3" descr="table 3">
            <a:extLst>
              <a:ext uri="{FF2B5EF4-FFF2-40B4-BE49-F238E27FC236}">
                <a16:creationId xmlns:a16="http://schemas.microsoft.com/office/drawing/2014/main" id="{BBBA3366-E491-33C6-9CEB-7A8F75A479AA}"/>
              </a:ext>
            </a:extLst>
          </p:cNvPr>
          <p:cNvPicPr>
            <a:picLocks noChangeAspect="1"/>
          </p:cNvPicPr>
          <p:nvPr/>
        </p:nvPicPr>
        <p:blipFill>
          <a:blip r:embed="rId3"/>
          <a:stretch>
            <a:fillRect/>
          </a:stretch>
        </p:blipFill>
        <p:spPr>
          <a:xfrm>
            <a:off x="4036621" y="3045856"/>
            <a:ext cx="4118758" cy="3717040"/>
          </a:xfrm>
          <a:prstGeom prst="rect">
            <a:avLst/>
          </a:prstGeom>
        </p:spPr>
      </p:pic>
      <p:sp>
        <p:nvSpPr>
          <p:cNvPr id="10" name="Arrow: Striped Right 9">
            <a:extLst>
              <a:ext uri="{FF2B5EF4-FFF2-40B4-BE49-F238E27FC236}">
                <a16:creationId xmlns:a16="http://schemas.microsoft.com/office/drawing/2014/main" id="{50C416BE-C65B-A2DC-4599-8615B2BE73C6}"/>
              </a:ext>
              <a:ext uri="{C183D7F6-B498-43B3-948B-1728B52AA6E4}">
                <adec:decorative xmlns:adec="http://schemas.microsoft.com/office/drawing/2017/decorative" val="1"/>
              </a:ext>
            </a:extLst>
          </p:cNvPr>
          <p:cNvSpPr/>
          <p:nvPr/>
        </p:nvSpPr>
        <p:spPr>
          <a:xfrm>
            <a:off x="3238500" y="4599576"/>
            <a:ext cx="1076325" cy="609600"/>
          </a:xfrm>
          <a:prstGeom prst="striped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096398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Scenario 2: Two Processors Collaborating</a:t>
            </a:r>
            <a:br>
              <a:rPr lang="en-US" dirty="0"/>
            </a:br>
            <a:r>
              <a:rPr lang="en-US" dirty="0">
                <a:solidFill>
                  <a:srgbClr val="FF0000"/>
                </a:solidFill>
              </a:rPr>
              <a:t>Let’s Talk About It</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76475"/>
            <a:ext cx="11179718" cy="4443302"/>
          </a:xfrm>
        </p:spPr>
        <p:txBody>
          <a:bodyPr/>
          <a:lstStyle/>
          <a:p>
            <a:pPr marL="69850" indent="0">
              <a:lnSpc>
                <a:spcPct val="100000"/>
              </a:lnSpc>
              <a:spcBef>
                <a:spcPts val="0"/>
              </a:spcBef>
              <a:buClr>
                <a:schemeClr val="dk1"/>
              </a:buClr>
              <a:buSzPts val="2500"/>
              <a:buNone/>
            </a:pPr>
            <a:r>
              <a:rPr lang="en-US" sz="2400" b="1" dirty="0">
                <a:highlight>
                  <a:srgbClr val="FFFF00"/>
                </a:highlight>
              </a:rPr>
              <a:t>Compare</a:t>
            </a:r>
            <a:r>
              <a:rPr lang="en-US" sz="2400" dirty="0"/>
              <a:t> your times for Scenario 1 vs. Scenario 2. </a:t>
            </a:r>
            <a:r>
              <a:rPr lang="en-US" sz="2400" b="1" dirty="0">
                <a:highlight>
                  <a:srgbClr val="FFFF00"/>
                </a:highlight>
              </a:rPr>
              <a:t>Was it faster?</a:t>
            </a:r>
          </a:p>
          <a:p>
            <a:pPr marL="69850" indent="0">
              <a:lnSpc>
                <a:spcPct val="100000"/>
              </a:lnSpc>
              <a:spcBef>
                <a:spcPts val="0"/>
              </a:spcBef>
              <a:buClr>
                <a:schemeClr val="dk1"/>
              </a:buClr>
              <a:buSzPts val="2500"/>
              <a:buNone/>
            </a:pPr>
            <a:endParaRPr lang="en-US" sz="2400" dirty="0"/>
          </a:p>
          <a:p>
            <a:pPr marL="69850" indent="0">
              <a:lnSpc>
                <a:spcPct val="100000"/>
              </a:lnSpc>
              <a:spcBef>
                <a:spcPts val="0"/>
              </a:spcBef>
              <a:buClr>
                <a:schemeClr val="dk1"/>
              </a:buClr>
              <a:buSzPts val="2500"/>
              <a:buNone/>
            </a:pPr>
            <a:r>
              <a:rPr lang="en-US" sz="2400" dirty="0"/>
              <a:t>Adding a second processor allows for parallel processing, so two stripes of the flag can be worked on simultaneously, cutting down completion time. This demonstrates how </a:t>
            </a:r>
            <a:r>
              <a:rPr lang="en-US" sz="2400" b="1" dirty="0"/>
              <a:t>distributing tasks between processors </a:t>
            </a:r>
            <a:r>
              <a:rPr lang="en-US" sz="2400" dirty="0"/>
              <a:t>can increase efficiency and speedup. </a:t>
            </a:r>
            <a:r>
              <a:rPr lang="en-US" sz="2400" b="1" dirty="0">
                <a:highlight>
                  <a:srgbClr val="00FF00"/>
                </a:highlight>
              </a:rPr>
              <a:t>Speedup</a:t>
            </a:r>
            <a:r>
              <a:rPr lang="en-US" sz="2400" dirty="0">
                <a:highlight>
                  <a:srgbClr val="00FF00"/>
                </a:highlight>
              </a:rPr>
              <a:t> </a:t>
            </a:r>
            <a:r>
              <a:rPr lang="en-US" sz="2400" dirty="0"/>
              <a:t>is the ratio of the time taken to solve a problem on a single processor to the time taken on a parallel system.</a:t>
            </a:r>
            <a:br>
              <a:rPr lang="en-US" sz="2400" dirty="0"/>
            </a:br>
            <a:endParaRPr lang="en-US" sz="2400" dirty="0"/>
          </a:p>
          <a:p>
            <a:pPr marL="69850" indent="0">
              <a:lnSpc>
                <a:spcPct val="100000"/>
              </a:lnSpc>
              <a:spcBef>
                <a:spcPts val="0"/>
              </a:spcBef>
              <a:buClr>
                <a:schemeClr val="dk1"/>
              </a:buClr>
              <a:buSzPts val="2500"/>
              <a:buNone/>
            </a:pPr>
            <a:r>
              <a:rPr lang="en-US" sz="2400" dirty="0"/>
              <a:t>A programmer can increase performance by using more processors. </a:t>
            </a:r>
          </a:p>
          <a:p>
            <a:pPr marL="69850" indent="0">
              <a:lnSpc>
                <a:spcPct val="100000"/>
              </a:lnSpc>
              <a:spcBef>
                <a:spcPts val="0"/>
              </a:spcBef>
              <a:buClr>
                <a:schemeClr val="dk1"/>
              </a:buClr>
              <a:buSzPts val="2500"/>
              <a:buNone/>
            </a:pPr>
            <a:r>
              <a:rPr lang="en-US" sz="2400" b="1" dirty="0">
                <a:highlight>
                  <a:srgbClr val="00FF00"/>
                </a:highlight>
              </a:rPr>
              <a:t>Scalability</a:t>
            </a:r>
            <a:r>
              <a:rPr lang="en-US" sz="2400" dirty="0">
                <a:highlight>
                  <a:srgbClr val="00FF00"/>
                </a:highlight>
              </a:rPr>
              <a:t> </a:t>
            </a:r>
            <a:r>
              <a:rPr lang="en-US" sz="2400" dirty="0"/>
              <a:t>refers to the ability of a system to increase its performance proportionally with the addition of more processors.</a:t>
            </a:r>
          </a:p>
          <a:p>
            <a:pPr marL="69850" lvl="0" indent="0" algn="l" rtl="0">
              <a:lnSpc>
                <a:spcPct val="107916"/>
              </a:lnSpc>
              <a:spcBef>
                <a:spcPts val="1200"/>
              </a:spcBef>
              <a:spcAft>
                <a:spcPts val="0"/>
              </a:spcAft>
              <a:buClr>
                <a:schemeClr val="dk1"/>
              </a:buClr>
              <a:buSzPts val="2500"/>
              <a:buNone/>
            </a:pPr>
            <a:endParaRPr lang="en-US" dirty="0">
              <a:solidFill>
                <a:schemeClr val="dk1"/>
              </a:solidFill>
              <a:ea typeface="Aptos"/>
              <a:cs typeface="Aptos"/>
              <a:sym typeface="Aptos"/>
            </a:endParaRPr>
          </a:p>
        </p:txBody>
      </p:sp>
    </p:spTree>
    <p:extLst>
      <p:ext uri="{BB962C8B-B14F-4D97-AF65-F5344CB8AC3E}">
        <p14:creationId xmlns:p14="http://schemas.microsoft.com/office/powerpoint/2010/main" val="41379864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601522"/>
            <a:ext cx="10972800" cy="1188720"/>
          </a:xfrm>
        </p:spPr>
        <p:txBody>
          <a:bodyPr/>
          <a:lstStyle/>
          <a:p>
            <a:r>
              <a:rPr lang="en-US"/>
              <a:t>Scenario 3: Four Processors Collaborating</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5308729" cy="3636740"/>
          </a:xfrm>
        </p:spPr>
        <p:txBody>
          <a:bodyPr/>
          <a:lstStyle/>
          <a:p>
            <a:pPr marL="0" indent="0">
              <a:buNone/>
            </a:pPr>
            <a:r>
              <a:rPr lang="en-US" b="1"/>
              <a:t>Five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Processors 1-4</a:t>
            </a:r>
            <a:r>
              <a:rPr lang="en-US">
                <a:solidFill>
                  <a:schemeClr val="dk1"/>
                </a:solidFill>
                <a:ea typeface="Aptos"/>
                <a:cs typeface="Aptos"/>
                <a:sym typeface="Aptos"/>
              </a:rPr>
              <a:t>: Each assigned to one color, which they color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them; stop when </a:t>
            </a:r>
            <a:r>
              <a:rPr lang="en-US" b="1">
                <a:solidFill>
                  <a:schemeClr val="dk1"/>
                </a:solidFill>
              </a:rPr>
              <a:t>all</a:t>
            </a:r>
            <a:r>
              <a:rPr lang="en-US">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5354198" y="5806478"/>
            <a:ext cx="6637889"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graphicFrame>
        <p:nvGraphicFramePr>
          <p:cNvPr id="6" name="Google Shape;84;p17">
            <a:extLst>
              <a:ext uri="{FF2B5EF4-FFF2-40B4-BE49-F238E27FC236}">
                <a16:creationId xmlns:a16="http://schemas.microsoft.com/office/drawing/2014/main" id="{3CCDCD75-D58E-1265-53B0-0C304213CC06}"/>
              </a:ext>
            </a:extLst>
          </p:cNvPr>
          <p:cNvGraphicFramePr/>
          <p:nvPr>
            <p:extLst>
              <p:ext uri="{D42A27DB-BD31-4B8C-83A1-F6EECF244321}">
                <p14:modId xmlns:p14="http://schemas.microsoft.com/office/powerpoint/2010/main" val="1128086447"/>
              </p:ext>
            </p:extLst>
          </p:nvPr>
        </p:nvGraphicFramePr>
        <p:xfrm>
          <a:off x="5978324" y="2068551"/>
          <a:ext cx="5958614" cy="3211960"/>
        </p:xfrm>
        <a:graphic>
          <a:graphicData uri="http://schemas.openxmlformats.org/drawingml/2006/table">
            <a:tbl>
              <a:tblPr firstRow="1" bandRow="1">
                <a:noFill/>
              </a:tblPr>
              <a:tblGrid>
                <a:gridCol w="701755">
                  <a:extLst>
                    <a:ext uri="{9D8B030D-6E8A-4147-A177-3AD203B41FA5}">
                      <a16:colId xmlns:a16="http://schemas.microsoft.com/office/drawing/2014/main" val="20000"/>
                    </a:ext>
                  </a:extLst>
                </a:gridCol>
                <a:gridCol w="429512">
                  <a:extLst>
                    <a:ext uri="{9D8B030D-6E8A-4147-A177-3AD203B41FA5}">
                      <a16:colId xmlns:a16="http://schemas.microsoft.com/office/drawing/2014/main" val="20001"/>
                    </a:ext>
                  </a:extLst>
                </a:gridCol>
                <a:gridCol w="689621">
                  <a:extLst>
                    <a:ext uri="{9D8B030D-6E8A-4147-A177-3AD203B41FA5}">
                      <a16:colId xmlns:a16="http://schemas.microsoft.com/office/drawing/2014/main" val="20002"/>
                    </a:ext>
                  </a:extLst>
                </a:gridCol>
                <a:gridCol w="689621">
                  <a:extLst>
                    <a:ext uri="{9D8B030D-6E8A-4147-A177-3AD203B41FA5}">
                      <a16:colId xmlns:a16="http://schemas.microsoft.com/office/drawing/2014/main" val="20003"/>
                    </a:ext>
                  </a:extLst>
                </a:gridCol>
                <a:gridCol w="689621">
                  <a:extLst>
                    <a:ext uri="{9D8B030D-6E8A-4147-A177-3AD203B41FA5}">
                      <a16:colId xmlns:a16="http://schemas.microsoft.com/office/drawing/2014/main" val="20004"/>
                    </a:ext>
                  </a:extLst>
                </a:gridCol>
                <a:gridCol w="689621">
                  <a:extLst>
                    <a:ext uri="{9D8B030D-6E8A-4147-A177-3AD203B41FA5}">
                      <a16:colId xmlns:a16="http://schemas.microsoft.com/office/drawing/2014/main" val="20005"/>
                    </a:ext>
                  </a:extLst>
                </a:gridCol>
                <a:gridCol w="689621">
                  <a:extLst>
                    <a:ext uri="{9D8B030D-6E8A-4147-A177-3AD203B41FA5}">
                      <a16:colId xmlns:a16="http://schemas.microsoft.com/office/drawing/2014/main" val="20006"/>
                    </a:ext>
                  </a:extLst>
                </a:gridCol>
                <a:gridCol w="689621">
                  <a:extLst>
                    <a:ext uri="{9D8B030D-6E8A-4147-A177-3AD203B41FA5}">
                      <a16:colId xmlns:a16="http://schemas.microsoft.com/office/drawing/2014/main" val="20007"/>
                    </a:ext>
                  </a:extLst>
                </a:gridCol>
                <a:gridCol w="689621">
                  <a:extLst>
                    <a:ext uri="{9D8B030D-6E8A-4147-A177-3AD203B41FA5}">
                      <a16:colId xmlns:a16="http://schemas.microsoft.com/office/drawing/2014/main" val="20008"/>
                    </a:ext>
                  </a:extLst>
                </a:gridCol>
              </a:tblGrid>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P1</a:t>
                      </a:r>
                      <a:endParaRPr sz="2000" b="1">
                        <a:solidFill>
                          <a:schemeClr val="bg1"/>
                        </a:solidFill>
                        <a:latin typeface="Aptos"/>
                        <a:ea typeface="Aptos"/>
                        <a:cs typeface="Aptos"/>
                        <a:sym typeface="Aptos"/>
                      </a:endParaRPr>
                    </a:p>
                  </a:txBody>
                  <a:tcPr marL="68575" marR="68575" marT="0" marB="0" anchor="ctr">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0000"/>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10001"/>
                  </a:ext>
                </a:extLst>
              </a:tr>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P2</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0002"/>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4C94D8"/>
                    </a:solidFill>
                  </a:tcPr>
                </a:tc>
                <a:extLst>
                  <a:ext uri="{0D108BD9-81ED-4DB2-BD59-A6C34878D82A}">
                    <a16:rowId xmlns:a16="http://schemas.microsoft.com/office/drawing/2014/main" val="10003"/>
                  </a:ext>
                </a:extLst>
              </a:tr>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P3</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lnB w="38100"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solidFill>
                      <a:srgbClr val="FFFF00"/>
                    </a:solidFill>
                  </a:tcPr>
                </a:tc>
                <a:extLst>
                  <a:ext uri="{0D108BD9-81ED-4DB2-BD59-A6C34878D82A}">
                    <a16:rowId xmlns:a16="http://schemas.microsoft.com/office/drawing/2014/main" val="10004"/>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B w="38100" cap="flat" cmpd="sng">
                      <a:solidFill>
                        <a:srgbClr val="000000"/>
                      </a:solidFill>
                      <a:prstDash val="solid"/>
                      <a:round/>
                      <a:headEnd type="none" w="sm" len="sm"/>
                      <a:tailEnd type="none" w="sm" len="sm"/>
                    </a:lnB>
                    <a:solidFill>
                      <a:srgbClr val="FFFF00"/>
                    </a:solidFill>
                  </a:tcPr>
                </a:tc>
                <a:extLst>
                  <a:ext uri="{0D108BD9-81ED-4DB2-BD59-A6C34878D82A}">
                    <a16:rowId xmlns:a16="http://schemas.microsoft.com/office/drawing/2014/main" val="10005"/>
                  </a:ext>
                </a:extLst>
              </a:tr>
              <a:tr h="401495">
                <a:tc row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P4</a:t>
                      </a:r>
                      <a:endParaRPr sz="2000" b="1">
                        <a:solidFill>
                          <a:schemeClr val="bg1"/>
                        </a:solidFill>
                        <a:latin typeface="Aptos"/>
                        <a:ea typeface="Aptos"/>
                        <a:cs typeface="Aptos"/>
                        <a:sym typeface="Aptos"/>
                      </a:endParaRPr>
                    </a:p>
                  </a:txBody>
                  <a:tcPr marL="68575" marR="68575" marT="0" marB="0" anchor="ctr">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T w="38100" cap="flat" cmpd="sng">
                      <a:solidFill>
                        <a:srgbClr val="000000"/>
                      </a:solidFill>
                      <a:prstDash val="solid"/>
                      <a:round/>
                      <a:headEnd type="none" w="sm" len="sm"/>
                      <a:tailEnd type="none" w="sm" len="sm"/>
                    </a:lnT>
                    <a:lnB cap="flat" cmpd="sng">
                      <a:solidFill>
                        <a:srgbClr val="000000"/>
                      </a:solidFill>
                      <a:prstDash val="solid"/>
                      <a:round/>
                      <a:headEnd type="none" w="sm" len="sm"/>
                      <a:tailEnd type="none" w="sm" len="sm"/>
                    </a:lnB>
                    <a:solidFill>
                      <a:srgbClr val="8ED873"/>
                    </a:solidFill>
                  </a:tcPr>
                </a:tc>
                <a:extLst>
                  <a:ext uri="{0D108BD9-81ED-4DB2-BD59-A6C34878D82A}">
                    <a16:rowId xmlns:a16="http://schemas.microsoft.com/office/drawing/2014/main" val="10006"/>
                  </a:ext>
                </a:extLst>
              </a:tr>
              <a:tr h="401495">
                <a:tc vMerge="1">
                  <a:txBody>
                    <a:bodyPr/>
                    <a:lstStyle/>
                    <a:p>
                      <a:endParaRPr lang="en-US"/>
                    </a:p>
                  </a:txBody>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tc>
                  <a:txBody>
                    <a:bodyPr/>
                    <a:lstStyle/>
                    <a:p>
                      <a:pPr marL="0" lvl="0" indent="0" algn="ctr" rtl="0">
                        <a:spcBef>
                          <a:spcPts val="0"/>
                        </a:spcBef>
                        <a:spcAft>
                          <a:spcPts val="0"/>
                        </a:spcAft>
                        <a:buNone/>
                      </a:pPr>
                      <a:r>
                        <a:rPr lang="en" sz="2000" b="1" dirty="0">
                          <a:solidFill>
                            <a:schemeClr val="bg1"/>
                          </a:solidFill>
                          <a:latin typeface="Aptos"/>
                          <a:ea typeface="Aptos"/>
                          <a:cs typeface="Aptos"/>
                          <a:sym typeface="Aptos"/>
                        </a:rPr>
                        <a:t>16</a:t>
                      </a:r>
                      <a:endParaRPr sz="2000" b="1" dirty="0">
                        <a:solidFill>
                          <a:schemeClr val="bg1"/>
                        </a:solidFill>
                        <a:latin typeface="Aptos"/>
                        <a:ea typeface="Aptos"/>
                        <a:cs typeface="Aptos"/>
                        <a:sym typeface="Aptos"/>
                      </a:endParaRPr>
                    </a:p>
                  </a:txBody>
                  <a:tcPr marL="68575" marR="68575" marT="0" marB="0">
                    <a:lnT cap="flat" cmpd="sng">
                      <a:solidFill>
                        <a:srgbClr val="000000"/>
                      </a:solidFill>
                      <a:prstDash val="solid"/>
                      <a:round/>
                      <a:headEnd type="none" w="sm" len="sm"/>
                      <a:tailEnd type="none" w="sm" len="sm"/>
                    </a:lnT>
                    <a:solidFill>
                      <a:srgbClr val="8ED873"/>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27016894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985D201B-84D8-049C-BC1A-EB90F868CE23}"/>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2B4D7545-859B-C224-2118-054C63BA333A}"/>
              </a:ext>
            </a:extLst>
          </p:cNvPr>
          <p:cNvSpPr>
            <a:spLocks noGrp="1"/>
          </p:cNvSpPr>
          <p:nvPr>
            <p:ph type="title"/>
          </p:nvPr>
        </p:nvSpPr>
        <p:spPr>
          <a:xfrm>
            <a:off x="594360" y="584005"/>
            <a:ext cx="10972800" cy="1188720"/>
          </a:xfrm>
        </p:spPr>
        <p:txBody>
          <a:bodyPr/>
          <a:lstStyle/>
          <a:p>
            <a:r>
              <a:rPr lang="en-US" dirty="0"/>
              <a:t>Scenario 3: </a:t>
            </a:r>
            <a:br>
              <a:rPr lang="en-US" dirty="0"/>
            </a:br>
            <a:r>
              <a:rPr lang="en-US" dirty="0"/>
              <a:t>Record your Times on the Whiteboard!</a:t>
            </a:r>
            <a:endParaRPr lang="en-US" dirty="0">
              <a:solidFill>
                <a:srgbClr val="00B050"/>
              </a:solidFill>
            </a:endParaRPr>
          </a:p>
        </p:txBody>
      </p:sp>
      <p:sp>
        <p:nvSpPr>
          <p:cNvPr id="7" name="TextBox 6">
            <a:extLst>
              <a:ext uri="{FF2B5EF4-FFF2-40B4-BE49-F238E27FC236}">
                <a16:creationId xmlns:a16="http://schemas.microsoft.com/office/drawing/2014/main" id="{03E53B41-2EF3-272F-B4EE-C51A4FB9977C}"/>
              </a:ext>
            </a:extLst>
          </p:cNvPr>
          <p:cNvSpPr txBox="1"/>
          <p:nvPr/>
        </p:nvSpPr>
        <p:spPr>
          <a:xfrm>
            <a:off x="2143125" y="2400165"/>
            <a:ext cx="6753225" cy="523990"/>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marL="69850" indent="0">
              <a:lnSpc>
                <a:spcPct val="107916"/>
              </a:lnSpc>
              <a:spcBef>
                <a:spcPts val="1200"/>
              </a:spcBef>
              <a:buClr>
                <a:schemeClr val="dk1"/>
              </a:buClr>
              <a:buSzPts val="2500"/>
              <a:buNone/>
            </a:pPr>
            <a:r>
              <a:rPr lang="en-US" sz="2800" b="1" dirty="0">
                <a:solidFill>
                  <a:schemeClr val="dk1"/>
                </a:solidFill>
                <a:ea typeface="Aptos"/>
                <a:cs typeface="Aptos"/>
                <a:sym typeface="Aptos"/>
              </a:rPr>
              <a:t>Put your group’s time in the scenario 3 row.</a:t>
            </a:r>
          </a:p>
        </p:txBody>
      </p:sp>
      <p:pic>
        <p:nvPicPr>
          <p:cNvPr id="4" name="Picture 3" descr="table 3">
            <a:extLst>
              <a:ext uri="{FF2B5EF4-FFF2-40B4-BE49-F238E27FC236}">
                <a16:creationId xmlns:a16="http://schemas.microsoft.com/office/drawing/2014/main" id="{58A6F003-21C7-DAA5-1A20-41F3C6598C38}"/>
              </a:ext>
            </a:extLst>
          </p:cNvPr>
          <p:cNvPicPr>
            <a:picLocks noChangeAspect="1"/>
          </p:cNvPicPr>
          <p:nvPr/>
        </p:nvPicPr>
        <p:blipFill>
          <a:blip r:embed="rId3"/>
          <a:stretch>
            <a:fillRect/>
          </a:stretch>
        </p:blipFill>
        <p:spPr>
          <a:xfrm>
            <a:off x="4036621" y="3045856"/>
            <a:ext cx="4118758" cy="3717040"/>
          </a:xfrm>
          <a:prstGeom prst="rect">
            <a:avLst/>
          </a:prstGeom>
        </p:spPr>
      </p:pic>
      <p:sp>
        <p:nvSpPr>
          <p:cNvPr id="10" name="Arrow: Striped Right 9">
            <a:extLst>
              <a:ext uri="{FF2B5EF4-FFF2-40B4-BE49-F238E27FC236}">
                <a16:creationId xmlns:a16="http://schemas.microsoft.com/office/drawing/2014/main" id="{EEFC7BE8-7059-7835-5FAC-9AC82F3E452C}"/>
              </a:ext>
              <a:ext uri="{C183D7F6-B498-43B3-948B-1728B52AA6E4}">
                <adec:decorative xmlns:adec="http://schemas.microsoft.com/office/drawing/2017/decorative" val="1"/>
              </a:ext>
            </a:extLst>
          </p:cNvPr>
          <p:cNvSpPr/>
          <p:nvPr/>
        </p:nvSpPr>
        <p:spPr>
          <a:xfrm>
            <a:off x="3190875" y="5275851"/>
            <a:ext cx="1076325" cy="609600"/>
          </a:xfrm>
          <a:prstGeom prst="striped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028637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dirty="0"/>
              <a:t>Scenario 3: Four Processors Collaborating</a:t>
            </a:r>
            <a:br>
              <a:rPr lang="en-US" dirty="0"/>
            </a:br>
            <a:r>
              <a:rPr lang="en-US" dirty="0">
                <a:solidFill>
                  <a:srgbClr val="FF0000"/>
                </a:solidFill>
              </a:rPr>
              <a:t>Let’s Talk About It</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13103" y="2249347"/>
            <a:ext cx="11165794" cy="4351478"/>
          </a:xfrm>
        </p:spPr>
        <p:txBody>
          <a:bodyPr/>
          <a:lstStyle/>
          <a:p>
            <a:pPr marL="69850" indent="0">
              <a:lnSpc>
                <a:spcPct val="100000"/>
              </a:lnSpc>
              <a:spcBef>
                <a:spcPts val="0"/>
              </a:spcBef>
              <a:buClr>
                <a:schemeClr val="dk1"/>
              </a:buClr>
              <a:buSzPts val="2500"/>
              <a:buNone/>
            </a:pPr>
            <a:r>
              <a:rPr lang="en-US" sz="2400" dirty="0"/>
              <a:t>Four processors allow each to work on one color stripe independently, </a:t>
            </a:r>
            <a:r>
              <a:rPr lang="en-US" sz="2400" b="1" dirty="0">
                <a:highlight>
                  <a:srgbClr val="FFFF00"/>
                </a:highlight>
              </a:rPr>
              <a:t>speeds up the work even more</a:t>
            </a:r>
            <a:r>
              <a:rPr lang="en-US" sz="2400" dirty="0"/>
              <a:t>! </a:t>
            </a:r>
          </a:p>
          <a:p>
            <a:pPr marL="69850" indent="0">
              <a:lnSpc>
                <a:spcPct val="100000"/>
              </a:lnSpc>
              <a:spcBef>
                <a:spcPts val="0"/>
              </a:spcBef>
              <a:buClr>
                <a:schemeClr val="dk1"/>
              </a:buClr>
              <a:buSzPts val="2500"/>
              <a:buNone/>
            </a:pPr>
            <a:endParaRPr lang="en-US" sz="2400" dirty="0"/>
          </a:p>
          <a:p>
            <a:pPr marL="69850" indent="0">
              <a:lnSpc>
                <a:spcPct val="100000"/>
              </a:lnSpc>
              <a:spcBef>
                <a:spcPts val="0"/>
              </a:spcBef>
              <a:buClr>
                <a:schemeClr val="dk1"/>
              </a:buClr>
              <a:buSzPts val="2500"/>
              <a:buNone/>
            </a:pPr>
            <a:r>
              <a:rPr lang="en-US" sz="2400" dirty="0"/>
              <a:t>However, with more processors, </a:t>
            </a:r>
            <a:r>
              <a:rPr lang="en-US" sz="2400" b="1" dirty="0">
                <a:solidFill>
                  <a:srgbClr val="0000FF"/>
                </a:solidFill>
              </a:rPr>
              <a:t>synchronization</a:t>
            </a:r>
            <a:r>
              <a:rPr lang="en-US" sz="2400" dirty="0"/>
              <a:t> becomes crucial to ensure they don’t interfere with each other’s work.</a:t>
            </a:r>
          </a:p>
          <a:p>
            <a:pPr marL="69850" indent="0">
              <a:lnSpc>
                <a:spcPct val="100000"/>
              </a:lnSpc>
              <a:spcBef>
                <a:spcPts val="0"/>
              </a:spcBef>
              <a:buClr>
                <a:schemeClr val="dk1"/>
              </a:buClr>
              <a:buSzPts val="2500"/>
              <a:buNone/>
            </a:pPr>
            <a:endParaRPr lang="en-US" sz="2400" dirty="0"/>
          </a:p>
          <a:p>
            <a:pPr marL="69850" indent="0">
              <a:lnSpc>
                <a:spcPct val="100000"/>
              </a:lnSpc>
              <a:spcBef>
                <a:spcPts val="0"/>
              </a:spcBef>
              <a:buClr>
                <a:schemeClr val="dk1"/>
              </a:buClr>
              <a:buSzPts val="2500"/>
              <a:buNone/>
            </a:pPr>
            <a:r>
              <a:rPr lang="en-US" sz="2400" dirty="0"/>
              <a:t>If one processor finishes early, it sits idle, which is an example of </a:t>
            </a:r>
            <a:r>
              <a:rPr lang="en-US" sz="2400" b="1" dirty="0">
                <a:solidFill>
                  <a:srgbClr val="0000FF"/>
                </a:solidFill>
              </a:rPr>
              <a:t>underutilized resources</a:t>
            </a:r>
            <a:r>
              <a:rPr lang="en-US" sz="2400" dirty="0"/>
              <a:t>.</a:t>
            </a:r>
          </a:p>
          <a:p>
            <a:pPr marL="69850" indent="0">
              <a:lnSpc>
                <a:spcPct val="100000"/>
              </a:lnSpc>
              <a:spcBef>
                <a:spcPts val="0"/>
              </a:spcBef>
              <a:buClr>
                <a:schemeClr val="dk1"/>
              </a:buClr>
              <a:buSzPts val="2500"/>
              <a:buNone/>
            </a:pPr>
            <a:r>
              <a:rPr lang="en-US" sz="2400" dirty="0"/>
              <a:t> </a:t>
            </a:r>
          </a:p>
          <a:p>
            <a:pPr marL="69850" indent="0">
              <a:lnSpc>
                <a:spcPct val="100000"/>
              </a:lnSpc>
              <a:spcBef>
                <a:spcPts val="0"/>
              </a:spcBef>
              <a:buClr>
                <a:schemeClr val="dk1"/>
              </a:buClr>
              <a:buSzPts val="2500"/>
              <a:buNone/>
            </a:pPr>
            <a:r>
              <a:rPr lang="en-US" sz="2400" dirty="0"/>
              <a:t>In real systems, </a:t>
            </a:r>
            <a:r>
              <a:rPr lang="en-US" sz="2400" b="1" dirty="0">
                <a:solidFill>
                  <a:srgbClr val="0000FF"/>
                </a:solidFill>
              </a:rPr>
              <a:t>load balancing </a:t>
            </a:r>
            <a:r>
              <a:rPr lang="en-US" sz="2400" dirty="0"/>
              <a:t>is essential to ensure each processor has roughly the same amount of work to prevent idle time.</a:t>
            </a:r>
          </a:p>
          <a:p>
            <a:pPr marL="69850" indent="0">
              <a:lnSpc>
                <a:spcPct val="107916"/>
              </a:lnSpc>
              <a:spcBef>
                <a:spcPts val="1200"/>
              </a:spcBef>
              <a:buClr>
                <a:schemeClr val="dk1"/>
              </a:buClr>
              <a:buSzPts val="2500"/>
              <a:buNone/>
            </a:pPr>
            <a:endParaRPr lang="en-US" b="1" dirty="0">
              <a:solidFill>
                <a:schemeClr val="dk1"/>
              </a:solidFill>
              <a:ea typeface="Aptos"/>
              <a:cs typeface="Aptos"/>
              <a:sym typeface="Aptos"/>
            </a:endParaRPr>
          </a:p>
        </p:txBody>
      </p:sp>
    </p:spTree>
    <p:extLst>
      <p:ext uri="{BB962C8B-B14F-4D97-AF65-F5344CB8AC3E}">
        <p14:creationId xmlns:p14="http://schemas.microsoft.com/office/powerpoint/2010/main" val="21800910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5"/>
            <a:ext cx="10972800" cy="1188720"/>
          </a:xfrm>
        </p:spPr>
        <p:txBody>
          <a:bodyPr/>
          <a:lstStyle/>
          <a:p>
            <a:r>
              <a:rPr lang="en-US"/>
              <a:t>Scenario 4: Four Processors Collaborating a Different Way (Column Assignments)</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98690"/>
            <a:ext cx="5974273" cy="3636740"/>
          </a:xfrm>
        </p:spPr>
        <p:txBody>
          <a:bodyPr/>
          <a:lstStyle/>
          <a:p>
            <a:pPr marL="0" indent="0">
              <a:buNone/>
            </a:pPr>
            <a:r>
              <a:rPr lang="en-US" b="1"/>
              <a:t>Five people:</a:t>
            </a:r>
          </a:p>
          <a:p>
            <a:pPr marL="457200" lvl="0" indent="-387350" algn="l" rtl="0">
              <a:lnSpc>
                <a:spcPct val="107916"/>
              </a:lnSpc>
              <a:spcBef>
                <a:spcPts val="1200"/>
              </a:spcBef>
              <a:spcAft>
                <a:spcPts val="0"/>
              </a:spcAft>
              <a:buClr>
                <a:schemeClr val="dk1"/>
              </a:buClr>
              <a:buSzPts val="2500"/>
              <a:buAutoNum type="arabicPeriod"/>
            </a:pPr>
            <a:r>
              <a:rPr lang="en-US" b="1">
                <a:solidFill>
                  <a:schemeClr val="dk1"/>
                </a:solidFill>
                <a:highlight>
                  <a:srgbClr val="FFFF00"/>
                </a:highlight>
                <a:ea typeface="Aptos"/>
                <a:cs typeface="Aptos"/>
                <a:sym typeface="Aptos"/>
              </a:rPr>
              <a:t>Processors 1-4</a:t>
            </a:r>
            <a:r>
              <a:rPr lang="en-US">
                <a:solidFill>
                  <a:schemeClr val="dk1"/>
                </a:solidFill>
                <a:ea typeface="Aptos"/>
                <a:cs typeface="Aptos"/>
                <a:sym typeface="Aptos"/>
              </a:rPr>
              <a:t>: Each assigned a strip of two columns (first takes left 2 columns, second takes next two columns, etc.) Processors colors these the correct color cell by cell.</a:t>
            </a:r>
          </a:p>
          <a:p>
            <a:pPr marL="457200" lvl="0" indent="-387350" algn="l" rtl="0">
              <a:lnSpc>
                <a:spcPct val="107916"/>
              </a:lnSpc>
              <a:spcBef>
                <a:spcPts val="800"/>
              </a:spcBef>
              <a:spcAft>
                <a:spcPts val="800"/>
              </a:spcAft>
              <a:buClr>
                <a:schemeClr val="dk1"/>
              </a:buClr>
              <a:buSzPts val="2500"/>
              <a:buAutoNum type="arabicPeriod"/>
            </a:pPr>
            <a:r>
              <a:rPr lang="en-US" b="1">
                <a:solidFill>
                  <a:schemeClr val="dk1"/>
                </a:solidFill>
                <a:highlight>
                  <a:srgbClr val="FFFF00"/>
                </a:highlight>
              </a:rPr>
              <a:t>Timer</a:t>
            </a:r>
            <a:r>
              <a:rPr lang="en-US">
                <a:solidFill>
                  <a:schemeClr val="dk1"/>
                </a:solidFill>
              </a:rPr>
              <a:t>: Times them; stop when </a:t>
            </a:r>
            <a:r>
              <a:rPr lang="en-US" b="1">
                <a:solidFill>
                  <a:schemeClr val="dk1"/>
                </a:solidFill>
              </a:rPr>
              <a:t>all</a:t>
            </a:r>
            <a:r>
              <a:rPr lang="en-US">
                <a:solidFill>
                  <a:schemeClr val="dk1"/>
                </a:solidFill>
              </a:rPr>
              <a:t> cells are colored.</a:t>
            </a:r>
          </a:p>
        </p:txBody>
      </p:sp>
      <p:sp>
        <p:nvSpPr>
          <p:cNvPr id="2" name="TextBox 1">
            <a:extLst>
              <a:ext uri="{FF2B5EF4-FFF2-40B4-BE49-F238E27FC236}">
                <a16:creationId xmlns:a16="http://schemas.microsoft.com/office/drawing/2014/main" id="{4E1FC26A-830A-04F1-638E-8174820528F8}"/>
              </a:ext>
            </a:extLst>
          </p:cNvPr>
          <p:cNvSpPr txBox="1"/>
          <p:nvPr/>
        </p:nvSpPr>
        <p:spPr>
          <a:xfrm>
            <a:off x="5409282" y="5935430"/>
            <a:ext cx="6648906" cy="830997"/>
          </a:xfrm>
          <a:prstGeom prst="rect">
            <a:avLst/>
          </a:prstGeom>
          <a:noFill/>
        </p:spPr>
        <p:txBody>
          <a:bodyPr wrap="square" rtlCol="0">
            <a:spAutoFit/>
          </a:bodyPr>
          <a:lstStyle/>
          <a:p>
            <a:r>
              <a:rPr lang="en-US" sz="2400" b="1">
                <a:solidFill>
                  <a:schemeClr val="bg1"/>
                </a:solidFill>
              </a:rPr>
              <a:t>Remember: </a:t>
            </a:r>
            <a:r>
              <a:rPr lang="en-US" sz="2400" b="1">
                <a:solidFill>
                  <a:srgbClr val="7030A0"/>
                </a:solidFill>
              </a:rPr>
              <a:t>squares must be mostly colored in &amp; </a:t>
            </a:r>
            <a:br>
              <a:rPr lang="en-US" sz="2400" b="1">
                <a:solidFill>
                  <a:srgbClr val="7030A0"/>
                </a:solidFill>
              </a:rPr>
            </a:br>
            <a:r>
              <a:rPr lang="en-US" sz="2400" b="1">
                <a:solidFill>
                  <a:srgbClr val="7030A0"/>
                </a:solidFill>
              </a:rPr>
              <a:t>you can only color one square at a time!</a:t>
            </a:r>
          </a:p>
        </p:txBody>
      </p:sp>
      <p:graphicFrame>
        <p:nvGraphicFramePr>
          <p:cNvPr id="4" name="Table 3">
            <a:extLst>
              <a:ext uri="{FF2B5EF4-FFF2-40B4-BE49-F238E27FC236}">
                <a16:creationId xmlns:a16="http://schemas.microsoft.com/office/drawing/2014/main" id="{3C21F8A0-5F2C-0050-CA2D-2EF308542430}"/>
              </a:ext>
            </a:extLst>
          </p:cNvPr>
          <p:cNvGraphicFramePr>
            <a:graphicFrameLocks noGrp="1"/>
          </p:cNvGraphicFramePr>
          <p:nvPr>
            <p:extLst>
              <p:ext uri="{D42A27DB-BD31-4B8C-83A1-F6EECF244321}">
                <p14:modId xmlns:p14="http://schemas.microsoft.com/office/powerpoint/2010/main" val="1650659348"/>
              </p:ext>
            </p:extLst>
          </p:nvPr>
        </p:nvGraphicFramePr>
        <p:xfrm>
          <a:off x="6624135" y="2061501"/>
          <a:ext cx="5120640" cy="3023775"/>
        </p:xfrm>
        <a:graphic>
          <a:graphicData uri="http://schemas.openxmlformats.org/drawingml/2006/table">
            <a:tbl>
              <a:tblPr firstRow="1" bandRow="1">
                <a:noFill/>
              </a:tblPr>
              <a:tblGrid>
                <a:gridCol w="640080">
                  <a:extLst>
                    <a:ext uri="{9D8B030D-6E8A-4147-A177-3AD203B41FA5}">
                      <a16:colId xmlns:a16="http://schemas.microsoft.com/office/drawing/2014/main" val="2801298083"/>
                    </a:ext>
                  </a:extLst>
                </a:gridCol>
                <a:gridCol w="640080">
                  <a:extLst>
                    <a:ext uri="{9D8B030D-6E8A-4147-A177-3AD203B41FA5}">
                      <a16:colId xmlns:a16="http://schemas.microsoft.com/office/drawing/2014/main" val="1794596300"/>
                    </a:ext>
                  </a:extLst>
                </a:gridCol>
                <a:gridCol w="640080">
                  <a:extLst>
                    <a:ext uri="{9D8B030D-6E8A-4147-A177-3AD203B41FA5}">
                      <a16:colId xmlns:a16="http://schemas.microsoft.com/office/drawing/2014/main" val="4232396029"/>
                    </a:ext>
                  </a:extLst>
                </a:gridCol>
                <a:gridCol w="640080">
                  <a:extLst>
                    <a:ext uri="{9D8B030D-6E8A-4147-A177-3AD203B41FA5}">
                      <a16:colId xmlns:a16="http://schemas.microsoft.com/office/drawing/2014/main" val="816336286"/>
                    </a:ext>
                  </a:extLst>
                </a:gridCol>
                <a:gridCol w="640080">
                  <a:extLst>
                    <a:ext uri="{9D8B030D-6E8A-4147-A177-3AD203B41FA5}">
                      <a16:colId xmlns:a16="http://schemas.microsoft.com/office/drawing/2014/main" val="1572026895"/>
                    </a:ext>
                  </a:extLst>
                </a:gridCol>
                <a:gridCol w="640080">
                  <a:extLst>
                    <a:ext uri="{9D8B030D-6E8A-4147-A177-3AD203B41FA5}">
                      <a16:colId xmlns:a16="http://schemas.microsoft.com/office/drawing/2014/main" val="2079077827"/>
                    </a:ext>
                  </a:extLst>
                </a:gridCol>
                <a:gridCol w="640080">
                  <a:extLst>
                    <a:ext uri="{9D8B030D-6E8A-4147-A177-3AD203B41FA5}">
                      <a16:colId xmlns:a16="http://schemas.microsoft.com/office/drawing/2014/main" val="1589705213"/>
                    </a:ext>
                  </a:extLst>
                </a:gridCol>
                <a:gridCol w="640080">
                  <a:extLst>
                    <a:ext uri="{9D8B030D-6E8A-4147-A177-3AD203B41FA5}">
                      <a16:colId xmlns:a16="http://schemas.microsoft.com/office/drawing/2014/main" val="3402741152"/>
                    </a:ext>
                  </a:extLst>
                </a:gridCol>
              </a:tblGrid>
              <a:tr h="335975">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P1</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P2</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P3</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R w="57150" cap="flat" cmpd="sng">
                      <a:solidFill>
                        <a:srgbClr val="000000"/>
                      </a:solidFill>
                      <a:prstDash val="solid"/>
                      <a:round/>
                      <a:headEnd type="none" w="sm" len="sm"/>
                      <a:tailEnd type="none" w="sm" len="sm"/>
                    </a:lnR>
                  </a:tcPr>
                </a:tc>
                <a:tc hMerge="1">
                  <a:txBody>
                    <a:bodyPr/>
                    <a:lstStyle/>
                    <a:p>
                      <a:endParaRPr lang="en-US"/>
                    </a:p>
                  </a:txBody>
                  <a:tcPr/>
                </a:tc>
                <a:tc gridSpan="2">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P4</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tcPr>
                </a:tc>
                <a:tc hMerge="1">
                  <a:txBody>
                    <a:bodyPr/>
                    <a:lstStyle/>
                    <a:p>
                      <a:endParaRPr lang="en-US"/>
                    </a:p>
                  </a:txBody>
                  <a:tcPr/>
                </a:tc>
                <a:extLst>
                  <a:ext uri="{0D108BD9-81ED-4DB2-BD59-A6C34878D82A}">
                    <a16:rowId xmlns:a16="http://schemas.microsoft.com/office/drawing/2014/main" val="2511096073"/>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9</a:t>
                      </a:r>
                      <a:endParaRPr sz="2000" b="1">
                        <a:solidFill>
                          <a:schemeClr val="bg1"/>
                        </a:solidFill>
                        <a:latin typeface="Aptos"/>
                        <a:ea typeface="Aptos"/>
                        <a:cs typeface="Aptos"/>
                        <a:sym typeface="Aptos"/>
                      </a:endParaRPr>
                    </a:p>
                  </a:txBody>
                  <a:tcPr marL="68575" marR="68575" marT="0" marB="0">
                    <a:solidFill>
                      <a:srgbClr val="FF0000"/>
                    </a:solidFill>
                  </a:tcPr>
                </a:tc>
                <a:extLst>
                  <a:ext uri="{0D108BD9-81ED-4DB2-BD59-A6C34878D82A}">
                    <a16:rowId xmlns:a16="http://schemas.microsoft.com/office/drawing/2014/main" val="1467559164"/>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2</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lnB w="6350" cap="flat" cmpd="sng">
                      <a:solidFill>
                        <a:srgbClr val="000000"/>
                      </a:solidFill>
                      <a:prstDash val="solid"/>
                      <a:round/>
                      <a:headEnd type="none" w="sm" len="sm"/>
                      <a:tailEnd type="none" w="sm" len="sm"/>
                    </a:lnB>
                    <a:solidFill>
                      <a:srgbClr val="FF00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10</a:t>
                      </a:r>
                      <a:endParaRPr sz="2000" b="1">
                        <a:solidFill>
                          <a:schemeClr val="bg1"/>
                        </a:solidFill>
                        <a:latin typeface="Aptos"/>
                        <a:ea typeface="Aptos"/>
                        <a:cs typeface="Aptos"/>
                        <a:sym typeface="Aptos"/>
                      </a:endParaRPr>
                    </a:p>
                  </a:txBody>
                  <a:tcPr marL="68575" marR="68575" marT="0" marB="0">
                    <a:lnB w="6350" cap="flat" cmpd="sng">
                      <a:solidFill>
                        <a:srgbClr val="000000"/>
                      </a:solidFill>
                      <a:prstDash val="solid"/>
                      <a:round/>
                      <a:headEnd type="none" w="sm" len="sm"/>
                      <a:tailEnd type="none" w="sm" len="sm"/>
                    </a:lnB>
                    <a:solidFill>
                      <a:srgbClr val="FF0000"/>
                    </a:solidFill>
                  </a:tcPr>
                </a:tc>
                <a:extLst>
                  <a:ext uri="{0D108BD9-81ED-4DB2-BD59-A6C34878D82A}">
                    <a16:rowId xmlns:a16="http://schemas.microsoft.com/office/drawing/2014/main" val="3219614609"/>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3</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lnT w="6350" cap="flat" cmpd="sng">
                      <a:solidFill>
                        <a:srgbClr val="000000"/>
                      </a:solidFill>
                      <a:prstDash val="solid"/>
                      <a:round/>
                      <a:headEnd type="none" w="sm" len="sm"/>
                      <a:tailEnd type="none" w="sm" len="sm"/>
                    </a:lnT>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11</a:t>
                      </a:r>
                      <a:endParaRPr sz="2000" b="1">
                        <a:solidFill>
                          <a:schemeClr val="bg1"/>
                        </a:solidFill>
                        <a:latin typeface="Aptos"/>
                        <a:ea typeface="Aptos"/>
                        <a:cs typeface="Aptos"/>
                        <a:sym typeface="Aptos"/>
                      </a:endParaRPr>
                    </a:p>
                  </a:txBody>
                  <a:tcPr marL="68575" marR="68575" marT="0" marB="0">
                    <a:lnT w="6350" cap="flat" cmpd="sng">
                      <a:solidFill>
                        <a:srgbClr val="000000"/>
                      </a:solidFill>
                      <a:prstDash val="solid"/>
                      <a:round/>
                      <a:headEnd type="none" w="sm" len="sm"/>
                      <a:tailEnd type="none" w="sm" len="sm"/>
                    </a:lnT>
                    <a:solidFill>
                      <a:srgbClr val="4C94D8"/>
                    </a:solidFill>
                  </a:tcPr>
                </a:tc>
                <a:extLst>
                  <a:ext uri="{0D108BD9-81ED-4DB2-BD59-A6C34878D82A}">
                    <a16:rowId xmlns:a16="http://schemas.microsoft.com/office/drawing/2014/main" val="1544984096"/>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4</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4C94D8"/>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12</a:t>
                      </a:r>
                      <a:endParaRPr sz="2000" b="1">
                        <a:solidFill>
                          <a:schemeClr val="bg1"/>
                        </a:solidFill>
                        <a:latin typeface="Aptos"/>
                        <a:ea typeface="Aptos"/>
                        <a:cs typeface="Aptos"/>
                        <a:sym typeface="Aptos"/>
                      </a:endParaRPr>
                    </a:p>
                  </a:txBody>
                  <a:tcPr marL="68575" marR="68575" marT="0" marB="0">
                    <a:solidFill>
                      <a:srgbClr val="4C94D8"/>
                    </a:solidFill>
                  </a:tcPr>
                </a:tc>
                <a:extLst>
                  <a:ext uri="{0D108BD9-81ED-4DB2-BD59-A6C34878D82A}">
                    <a16:rowId xmlns:a16="http://schemas.microsoft.com/office/drawing/2014/main" val="919575061"/>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5</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13</a:t>
                      </a:r>
                      <a:endParaRPr sz="20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2506825096"/>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6</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FFFF00"/>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14</a:t>
                      </a:r>
                      <a:endParaRPr sz="2000" b="1">
                        <a:solidFill>
                          <a:schemeClr val="bg1"/>
                        </a:solidFill>
                        <a:latin typeface="Aptos"/>
                        <a:ea typeface="Aptos"/>
                        <a:cs typeface="Aptos"/>
                        <a:sym typeface="Aptos"/>
                      </a:endParaRPr>
                    </a:p>
                  </a:txBody>
                  <a:tcPr marL="68575" marR="68575" marT="0" marB="0">
                    <a:solidFill>
                      <a:srgbClr val="FFFF00"/>
                    </a:solidFill>
                  </a:tcPr>
                </a:tc>
                <a:extLst>
                  <a:ext uri="{0D108BD9-81ED-4DB2-BD59-A6C34878D82A}">
                    <a16:rowId xmlns:a16="http://schemas.microsoft.com/office/drawing/2014/main" val="3587633970"/>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7</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15</a:t>
                      </a:r>
                      <a:endParaRPr sz="2000" b="1">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2119102714"/>
                  </a:ext>
                </a:extLst>
              </a:tr>
              <a:tr h="335975">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R w="57150" cap="flat" cmpd="sng">
                      <a:solidFill>
                        <a:srgbClr val="000000"/>
                      </a:solidFill>
                      <a:prstDash val="solid"/>
                      <a:round/>
                      <a:headEnd type="none" w="sm" len="sm"/>
                      <a:tailEnd type="none" w="sm" len="sm"/>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L w="57150" cap="flat" cmpd="sng">
                      <a:solidFill>
                        <a:srgbClr val="000000"/>
                      </a:solidFill>
                      <a:prstDash val="solid"/>
                      <a:round/>
                      <a:headEnd type="none" w="sm" len="sm"/>
                      <a:tailEnd type="none" w="sm" len="sm"/>
                    </a:lnL>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16</a:t>
                      </a:r>
                      <a:endParaRPr sz="2000" b="1">
                        <a:solidFill>
                          <a:schemeClr val="bg1"/>
                        </a:solidFill>
                        <a:latin typeface="Aptos"/>
                        <a:ea typeface="Aptos"/>
                        <a:cs typeface="Aptos"/>
                        <a:sym typeface="Aptos"/>
                      </a:endParaRPr>
                    </a:p>
                  </a:txBody>
                  <a:tcPr marL="68575" marR="68575" marT="0" marB="0">
                    <a:lnR w="57150" cap="flat" cmpd="sng" algn="ctr">
                      <a:solidFill>
                        <a:schemeClr val="bg1"/>
                      </a:solidFill>
                      <a:prstDash val="solid"/>
                      <a:round/>
                      <a:headEnd type="none" w="med" len="med"/>
                      <a:tailEnd type="none" w="med" len="med"/>
                    </a:lnR>
                    <a:solidFill>
                      <a:srgbClr val="8ED873"/>
                    </a:solidFill>
                  </a:tcPr>
                </a:tc>
                <a:tc>
                  <a:txBody>
                    <a:bodyPr/>
                    <a:lstStyle/>
                    <a:p>
                      <a:pPr marL="0" lvl="0" indent="0" algn="ctr" rtl="0">
                        <a:spcBef>
                          <a:spcPts val="0"/>
                        </a:spcBef>
                        <a:spcAft>
                          <a:spcPts val="0"/>
                        </a:spcAft>
                        <a:buNone/>
                      </a:pPr>
                      <a:r>
                        <a:rPr lang="en" sz="2000" b="1">
                          <a:solidFill>
                            <a:schemeClr val="bg1"/>
                          </a:solidFill>
                          <a:latin typeface="Aptos"/>
                          <a:ea typeface="Aptos"/>
                          <a:cs typeface="Aptos"/>
                          <a:sym typeface="Aptos"/>
                        </a:rPr>
                        <a:t>8</a:t>
                      </a:r>
                      <a:endParaRPr sz="2000" b="1">
                        <a:solidFill>
                          <a:schemeClr val="bg1"/>
                        </a:solidFill>
                        <a:latin typeface="Aptos"/>
                        <a:ea typeface="Aptos"/>
                        <a:cs typeface="Aptos"/>
                        <a:sym typeface="Aptos"/>
                      </a:endParaRPr>
                    </a:p>
                  </a:txBody>
                  <a:tcPr marL="68575" marR="68575" marT="0" marB="0">
                    <a:lnL w="57150" cap="flat" cmpd="sng" algn="ctr">
                      <a:solidFill>
                        <a:schemeClr val="bg1"/>
                      </a:solidFill>
                      <a:prstDash val="solid"/>
                      <a:round/>
                      <a:headEnd type="none" w="med" len="med"/>
                      <a:tailEnd type="none" w="med" len="med"/>
                    </a:lnL>
                    <a:solidFill>
                      <a:srgbClr val="8ED873"/>
                    </a:solidFill>
                  </a:tcPr>
                </a:tc>
                <a:tc>
                  <a:txBody>
                    <a:bodyPr/>
                    <a:lstStyle/>
                    <a:p>
                      <a:pPr marL="0" lvl="0" indent="0" algn="ctr" rtl="0">
                        <a:spcBef>
                          <a:spcPts val="0"/>
                        </a:spcBef>
                        <a:spcAft>
                          <a:spcPts val="0"/>
                        </a:spcAft>
                        <a:buNone/>
                      </a:pPr>
                      <a:r>
                        <a:rPr lang="en" sz="2000" b="1" dirty="0">
                          <a:solidFill>
                            <a:schemeClr val="bg1"/>
                          </a:solidFill>
                          <a:latin typeface="Aptos"/>
                          <a:ea typeface="Aptos"/>
                          <a:cs typeface="Aptos"/>
                          <a:sym typeface="Aptos"/>
                        </a:rPr>
                        <a:t>16</a:t>
                      </a:r>
                      <a:endParaRPr sz="2000" b="1" dirty="0">
                        <a:solidFill>
                          <a:schemeClr val="bg1"/>
                        </a:solidFill>
                        <a:latin typeface="Aptos"/>
                        <a:ea typeface="Aptos"/>
                        <a:cs typeface="Aptos"/>
                        <a:sym typeface="Aptos"/>
                      </a:endParaRPr>
                    </a:p>
                  </a:txBody>
                  <a:tcPr marL="68575" marR="68575" marT="0" marB="0">
                    <a:solidFill>
                      <a:srgbClr val="8ED873"/>
                    </a:solidFill>
                  </a:tcPr>
                </a:tc>
                <a:extLst>
                  <a:ext uri="{0D108BD9-81ED-4DB2-BD59-A6C34878D82A}">
                    <a16:rowId xmlns:a16="http://schemas.microsoft.com/office/drawing/2014/main" val="2461272119"/>
                  </a:ext>
                </a:extLst>
              </a:tr>
            </a:tbl>
          </a:graphicData>
        </a:graphic>
      </p:graphicFrame>
    </p:spTree>
    <p:extLst>
      <p:ext uri="{BB962C8B-B14F-4D97-AF65-F5344CB8AC3E}">
        <p14:creationId xmlns:p14="http://schemas.microsoft.com/office/powerpoint/2010/main" val="12203205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a:extLst>
            <a:ext uri="{FF2B5EF4-FFF2-40B4-BE49-F238E27FC236}">
              <a16:creationId xmlns:a16="http://schemas.microsoft.com/office/drawing/2014/main" id="{35FECEBD-606A-CF25-8112-BDFC07F81D9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C501239F-DCA9-9C29-C476-70E9FEB53D13}"/>
              </a:ext>
            </a:extLst>
          </p:cNvPr>
          <p:cNvSpPr>
            <a:spLocks noGrp="1"/>
          </p:cNvSpPr>
          <p:nvPr>
            <p:ph type="title"/>
          </p:nvPr>
        </p:nvSpPr>
        <p:spPr>
          <a:xfrm>
            <a:off x="594360" y="584005"/>
            <a:ext cx="10972800" cy="1188720"/>
          </a:xfrm>
        </p:spPr>
        <p:txBody>
          <a:bodyPr/>
          <a:lstStyle/>
          <a:p>
            <a:r>
              <a:rPr lang="en-US" dirty="0"/>
              <a:t>Scenario 4: </a:t>
            </a:r>
            <a:br>
              <a:rPr lang="en-US" dirty="0"/>
            </a:br>
            <a:r>
              <a:rPr lang="en-US" dirty="0"/>
              <a:t>Record your Times on the Whiteboard!</a:t>
            </a:r>
            <a:endParaRPr lang="en-US" dirty="0">
              <a:solidFill>
                <a:srgbClr val="00B050"/>
              </a:solidFill>
            </a:endParaRPr>
          </a:p>
        </p:txBody>
      </p:sp>
      <p:sp>
        <p:nvSpPr>
          <p:cNvPr id="7" name="TextBox 6">
            <a:extLst>
              <a:ext uri="{FF2B5EF4-FFF2-40B4-BE49-F238E27FC236}">
                <a16:creationId xmlns:a16="http://schemas.microsoft.com/office/drawing/2014/main" id="{A5E04F99-3737-4021-07B6-4D2B84D544A2}"/>
              </a:ext>
            </a:extLst>
          </p:cNvPr>
          <p:cNvSpPr txBox="1"/>
          <p:nvPr/>
        </p:nvSpPr>
        <p:spPr>
          <a:xfrm>
            <a:off x="2143125" y="2400165"/>
            <a:ext cx="6753225" cy="523990"/>
          </a:xfrm>
          <a:prstGeom prst="rect">
            <a:avLst/>
          </a:prstGeom>
        </p:spPr>
        <p:style>
          <a:lnRef idx="3">
            <a:schemeClr val="lt1"/>
          </a:lnRef>
          <a:fillRef idx="1">
            <a:schemeClr val="accent6"/>
          </a:fillRef>
          <a:effectRef idx="1">
            <a:schemeClr val="accent6"/>
          </a:effectRef>
          <a:fontRef idx="minor">
            <a:schemeClr val="lt1"/>
          </a:fontRef>
        </p:style>
        <p:txBody>
          <a:bodyPr wrap="square">
            <a:spAutoFit/>
          </a:bodyPr>
          <a:lstStyle/>
          <a:p>
            <a:pPr marL="69850" indent="0">
              <a:lnSpc>
                <a:spcPct val="107916"/>
              </a:lnSpc>
              <a:spcBef>
                <a:spcPts val="1200"/>
              </a:spcBef>
              <a:buClr>
                <a:schemeClr val="dk1"/>
              </a:buClr>
              <a:buSzPts val="2500"/>
              <a:buNone/>
            </a:pPr>
            <a:r>
              <a:rPr lang="en-US" sz="2800" b="1" dirty="0">
                <a:solidFill>
                  <a:schemeClr val="dk1"/>
                </a:solidFill>
                <a:ea typeface="Aptos"/>
                <a:cs typeface="Aptos"/>
                <a:sym typeface="Aptos"/>
              </a:rPr>
              <a:t>Put your group’s time in the scenario 4 row.</a:t>
            </a:r>
          </a:p>
        </p:txBody>
      </p:sp>
      <p:pic>
        <p:nvPicPr>
          <p:cNvPr id="4" name="Picture 3" descr="table 3">
            <a:extLst>
              <a:ext uri="{FF2B5EF4-FFF2-40B4-BE49-F238E27FC236}">
                <a16:creationId xmlns:a16="http://schemas.microsoft.com/office/drawing/2014/main" id="{26692776-9A5F-A93F-6552-58921C6741A4}"/>
              </a:ext>
            </a:extLst>
          </p:cNvPr>
          <p:cNvPicPr>
            <a:picLocks noChangeAspect="1"/>
          </p:cNvPicPr>
          <p:nvPr/>
        </p:nvPicPr>
        <p:blipFill>
          <a:blip r:embed="rId3"/>
          <a:stretch>
            <a:fillRect/>
          </a:stretch>
        </p:blipFill>
        <p:spPr>
          <a:xfrm>
            <a:off x="4036621" y="3045856"/>
            <a:ext cx="4118758" cy="3717040"/>
          </a:xfrm>
          <a:prstGeom prst="rect">
            <a:avLst/>
          </a:prstGeom>
        </p:spPr>
      </p:pic>
      <p:sp>
        <p:nvSpPr>
          <p:cNvPr id="10" name="Arrow: Striped Right 9">
            <a:extLst>
              <a:ext uri="{FF2B5EF4-FFF2-40B4-BE49-F238E27FC236}">
                <a16:creationId xmlns:a16="http://schemas.microsoft.com/office/drawing/2014/main" id="{2B903BAF-AD8C-6B72-9532-D84BE00F0757}"/>
              </a:ext>
              <a:ext uri="{C183D7F6-B498-43B3-948B-1728B52AA6E4}">
                <adec:decorative xmlns:adec="http://schemas.microsoft.com/office/drawing/2017/decorative" val="1"/>
              </a:ext>
            </a:extLst>
          </p:cNvPr>
          <p:cNvSpPr/>
          <p:nvPr/>
        </p:nvSpPr>
        <p:spPr>
          <a:xfrm>
            <a:off x="3162300" y="5866401"/>
            <a:ext cx="1076325" cy="609600"/>
          </a:xfrm>
          <a:prstGeom prst="stripedRightArrow">
            <a:avLst/>
          </a:prstGeom>
        </p:spPr>
        <p:style>
          <a:lnRef idx="2">
            <a:schemeClr val="accent6">
              <a:shade val="15000"/>
            </a:schemeClr>
          </a:lnRef>
          <a:fillRef idx="1">
            <a:schemeClr val="accent6"/>
          </a:fillRef>
          <a:effectRef idx="0">
            <a:schemeClr val="accent6"/>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18659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7AB9C34-2B13-E66F-1053-2BA156F89425}"/>
              </a:ext>
            </a:extLst>
          </p:cNvPr>
          <p:cNvSpPr>
            <a:spLocks noGrp="1"/>
          </p:cNvSpPr>
          <p:nvPr>
            <p:ph type="title"/>
          </p:nvPr>
        </p:nvSpPr>
        <p:spPr>
          <a:xfrm>
            <a:off x="594360" y="584004"/>
            <a:ext cx="10972800" cy="1331605"/>
          </a:xfrm>
        </p:spPr>
        <p:txBody>
          <a:bodyPr/>
          <a:lstStyle/>
          <a:p>
            <a:r>
              <a:rPr lang="en-US" dirty="0"/>
              <a:t>Scenario 4: Four Processors Collaborating a Different Way (Column Assignments)</a:t>
            </a:r>
            <a:br>
              <a:rPr lang="en-US" dirty="0"/>
            </a:br>
            <a:r>
              <a:rPr lang="en-US" dirty="0">
                <a:solidFill>
                  <a:srgbClr val="FF0000"/>
                </a:solidFill>
              </a:rPr>
              <a:t>Let’s Talk About It</a:t>
            </a:r>
          </a:p>
        </p:txBody>
      </p:sp>
      <p:sp>
        <p:nvSpPr>
          <p:cNvPr id="5" name="Table Placeholder 4">
            <a:extLst>
              <a:ext uri="{FF2B5EF4-FFF2-40B4-BE49-F238E27FC236}">
                <a16:creationId xmlns:a16="http://schemas.microsoft.com/office/drawing/2014/main" id="{73B36B1A-EBC5-90E7-47C8-2499B3A2DF32}"/>
              </a:ext>
            </a:extLst>
          </p:cNvPr>
          <p:cNvSpPr>
            <a:spLocks noGrp="1"/>
          </p:cNvSpPr>
          <p:nvPr>
            <p:ph type="tbl" sz="quarter" idx="10"/>
          </p:nvPr>
        </p:nvSpPr>
        <p:spPr>
          <a:xfrm>
            <a:off x="594360" y="2282097"/>
            <a:ext cx="11179718" cy="4341987"/>
          </a:xfrm>
        </p:spPr>
        <p:txBody>
          <a:bodyPr/>
          <a:lstStyle/>
          <a:p>
            <a:pPr marL="584200" indent="-514350">
              <a:lnSpc>
                <a:spcPct val="107916"/>
              </a:lnSpc>
              <a:spcBef>
                <a:spcPts val="1200"/>
              </a:spcBef>
              <a:buClr>
                <a:schemeClr val="dk1"/>
              </a:buClr>
              <a:buSzPts val="2500"/>
              <a:buFont typeface="+mj-lt"/>
              <a:buAutoNum type="arabicPeriod"/>
            </a:pPr>
            <a:r>
              <a:rPr lang="en-US" sz="2000" dirty="0"/>
              <a:t>Was it </a:t>
            </a:r>
            <a:r>
              <a:rPr lang="en-US" sz="2000" b="1" dirty="0">
                <a:highlight>
                  <a:srgbClr val="FFFF00"/>
                </a:highlight>
              </a:rPr>
              <a:t>slower</a:t>
            </a:r>
            <a:r>
              <a:rPr lang="en-US" sz="2000" dirty="0"/>
              <a:t> or </a:t>
            </a:r>
            <a:r>
              <a:rPr lang="en-US" sz="2000" b="1" dirty="0">
                <a:highlight>
                  <a:srgbClr val="FFFF00"/>
                </a:highlight>
              </a:rPr>
              <a:t>faster</a:t>
            </a:r>
            <a:r>
              <a:rPr lang="en-US" sz="2000" dirty="0"/>
              <a:t>?</a:t>
            </a:r>
          </a:p>
          <a:p>
            <a:pPr marL="584200" indent="-514350">
              <a:lnSpc>
                <a:spcPct val="107916"/>
              </a:lnSpc>
              <a:spcBef>
                <a:spcPts val="1200"/>
              </a:spcBef>
              <a:buClr>
                <a:schemeClr val="dk1"/>
              </a:buClr>
              <a:buSzPts val="2500"/>
              <a:buFont typeface="+mj-lt"/>
              <a:buAutoNum type="arabicPeriod"/>
            </a:pPr>
            <a:r>
              <a:rPr lang="en-US" sz="2000" b="1" dirty="0"/>
              <a:t>Did each person (processor) use a marker, and then pass it to the next person to use – over and over until the work was done? </a:t>
            </a:r>
            <a:br>
              <a:rPr lang="en-US" sz="2000" b="1" dirty="0"/>
            </a:br>
            <a:r>
              <a:rPr lang="en-US" sz="2000" dirty="0"/>
              <a:t>This is called </a:t>
            </a:r>
            <a:r>
              <a:rPr lang="en-US" sz="2000" b="1" dirty="0">
                <a:highlight>
                  <a:srgbClr val="00FFFF"/>
                </a:highlight>
              </a:rPr>
              <a:t>pipelining</a:t>
            </a:r>
            <a:r>
              <a:rPr lang="en-US" sz="2000" dirty="0"/>
              <a:t> – the technique of overlapping the execution of multiple instructions to improve performance.</a:t>
            </a:r>
          </a:p>
          <a:p>
            <a:pPr marL="584200" indent="-514350">
              <a:lnSpc>
                <a:spcPct val="107916"/>
              </a:lnSpc>
              <a:spcBef>
                <a:spcPts val="1200"/>
              </a:spcBef>
              <a:buClr>
                <a:schemeClr val="dk1"/>
              </a:buClr>
              <a:buSzPts val="2500"/>
              <a:buFont typeface="+mj-lt"/>
              <a:buAutoNum type="arabicPeriod"/>
            </a:pPr>
            <a:r>
              <a:rPr lang="en-US" sz="2000" b="1" dirty="0"/>
              <a:t>Was each person (processor) sometimes waiting for a marker? </a:t>
            </a:r>
            <a:br>
              <a:rPr lang="en-US" sz="2000" b="1" dirty="0"/>
            </a:br>
            <a:r>
              <a:rPr lang="en-US" sz="2000" dirty="0"/>
              <a:t>When multiple processors are waiting on (competing for) shared resources, this is called </a:t>
            </a:r>
            <a:r>
              <a:rPr lang="en-US" sz="2000" b="1" dirty="0">
                <a:highlight>
                  <a:srgbClr val="00FFFF"/>
                </a:highlight>
              </a:rPr>
              <a:t>contention</a:t>
            </a:r>
            <a:r>
              <a:rPr lang="en-US" sz="2000" dirty="0"/>
              <a:t>.</a:t>
            </a:r>
            <a:br>
              <a:rPr lang="en-US" sz="2000" dirty="0"/>
            </a:br>
            <a:r>
              <a:rPr lang="en-US" sz="2000" dirty="0"/>
              <a:t>Processors might risk stepping into each other’s workspaces at the boundaries, which can lead to </a:t>
            </a:r>
            <a:r>
              <a:rPr lang="en-US" sz="2000" b="1" dirty="0"/>
              <a:t>race conditions </a:t>
            </a:r>
            <a:r>
              <a:rPr lang="en-US" sz="2000" dirty="0"/>
              <a:t>unless clearly separated. </a:t>
            </a:r>
            <a:br>
              <a:rPr lang="en-US" sz="2000" dirty="0"/>
            </a:br>
            <a:r>
              <a:rPr lang="en-US" sz="2000" dirty="0"/>
              <a:t>A </a:t>
            </a:r>
            <a:r>
              <a:rPr lang="en-US" sz="2000" b="1" dirty="0">
                <a:highlight>
                  <a:srgbClr val="00FFFF"/>
                </a:highlight>
              </a:rPr>
              <a:t>race condition </a:t>
            </a:r>
            <a:r>
              <a:rPr lang="en-US" sz="2000" dirty="0"/>
              <a:t>is a computer error where multiple processors try to access or modify shared data simultaneously.</a:t>
            </a:r>
          </a:p>
          <a:p>
            <a:pPr marL="69850" indent="0">
              <a:lnSpc>
                <a:spcPct val="107916"/>
              </a:lnSpc>
              <a:spcBef>
                <a:spcPts val="1200"/>
              </a:spcBef>
              <a:buClr>
                <a:schemeClr val="dk1"/>
              </a:buClr>
              <a:buSzPts val="2500"/>
              <a:buNone/>
            </a:pPr>
            <a:endParaRPr lang="en-US" sz="2000" dirty="0"/>
          </a:p>
          <a:p>
            <a:pPr marL="69850" lvl="0" indent="0" algn="l" rtl="0">
              <a:lnSpc>
                <a:spcPct val="107916"/>
              </a:lnSpc>
              <a:spcBef>
                <a:spcPts val="1200"/>
              </a:spcBef>
              <a:spcAft>
                <a:spcPts val="0"/>
              </a:spcAft>
              <a:buClr>
                <a:schemeClr val="dk1"/>
              </a:buClr>
              <a:buSzPts val="2500"/>
              <a:buNone/>
            </a:pPr>
            <a:endParaRPr lang="en-US" b="1" dirty="0">
              <a:solidFill>
                <a:schemeClr val="dk1"/>
              </a:solidFill>
              <a:ea typeface="Aptos"/>
              <a:cs typeface="Aptos"/>
              <a:sym typeface="Aptos"/>
            </a:endParaRPr>
          </a:p>
        </p:txBody>
      </p:sp>
    </p:spTree>
    <p:extLst>
      <p:ext uri="{BB962C8B-B14F-4D97-AF65-F5344CB8AC3E}">
        <p14:creationId xmlns:p14="http://schemas.microsoft.com/office/powerpoint/2010/main" val="3558328363"/>
      </p:ext>
    </p:extLst>
  </p:cSld>
  <p:clrMapOvr>
    <a:masterClrMapping/>
  </p:clrMapOvr>
</p:sld>
</file>

<file path=ppt/theme/theme1.xml><?xml version="1.0" encoding="utf-8"?>
<a:theme xmlns:a="http://schemas.openxmlformats.org/drawingml/2006/main" name="Custom">
  <a:themeElements>
    <a:clrScheme name="Swiss">
      <a:dk1>
        <a:srgbClr val="000000"/>
      </a:dk1>
      <a:lt1>
        <a:srgbClr val="FFFFFF"/>
      </a:lt1>
      <a:dk2>
        <a:srgbClr val="E4E4E4"/>
      </a:dk2>
      <a:lt2>
        <a:srgbClr val="7CA655"/>
      </a:lt2>
      <a:accent1>
        <a:srgbClr val="A9D4DB"/>
      </a:accent1>
      <a:accent2>
        <a:srgbClr val="FBE284"/>
      </a:accent2>
      <a:accent3>
        <a:srgbClr val="4495A2"/>
      </a:accent3>
      <a:accent4>
        <a:srgbClr val="AA5881"/>
      </a:accent4>
      <a:accent5>
        <a:srgbClr val="E06742"/>
      </a:accent5>
      <a:accent6>
        <a:srgbClr val="F9D448"/>
      </a:accent6>
      <a:hlink>
        <a:srgbClr val="4495A2"/>
      </a:hlink>
      <a:folHlink>
        <a:srgbClr val="AA5881"/>
      </a:folHlink>
    </a:clrScheme>
    <a:fontScheme name="Custom 175">
      <a:majorFont>
        <a:latin typeface="Franklin Gothic Demi"/>
        <a:ea typeface=""/>
        <a:cs typeface=""/>
      </a:majorFont>
      <a:minorFont>
        <a:latin typeface="Franklin Gothic Book"/>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M78853419_Win32_SL_V5" id="{958D2C9E-948D-4354-BF9D-DF8AE3C2B240}" vid="{22D4A967-05D2-4D72-8594-54CFF341483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1101684D946A4F4596819EB36909023F" ma:contentTypeVersion="15" ma:contentTypeDescription="Create a new document." ma:contentTypeScope="" ma:versionID="b915928362b5e2311243c34fc72e065d">
  <xsd:schema xmlns:xsd="http://www.w3.org/2001/XMLSchema" xmlns:xs="http://www.w3.org/2001/XMLSchema" xmlns:p="http://schemas.microsoft.com/office/2006/metadata/properties" xmlns:ns2="c07176e9-1a7d-4a95-bc91-0fc8ab704018" xmlns:ns3="b0a827fa-27a2-4478-95c6-f5ae24efc15e" targetNamespace="http://schemas.microsoft.com/office/2006/metadata/properties" ma:root="true" ma:fieldsID="e24c64f542b06e0980f18a6f72c78a81" ns2:_="" ns3:_="">
    <xsd:import namespace="c07176e9-1a7d-4a95-bc91-0fc8ab704018"/>
    <xsd:import namespace="b0a827fa-27a2-4478-95c6-f5ae24efc15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DateTaken"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7176e9-1a7d-4a95-bc91-0fc8ab704018"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1ec41815-f866-473a-a3ba-291165dbb83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DateTaken" ma:index="20" nillable="true" ma:displayName="MediaServiceDateTaken" ma:hidden="true" ma:indexed="true" ma:internalName="MediaServiceDateTaken" ma:readOnly="true">
      <xsd:simpleType>
        <xsd:restriction base="dms:Text"/>
      </xsd:simpleType>
    </xsd:element>
    <xsd:element name="MediaServiceSearchProperties" ma:index="21" nillable="true" ma:displayName="MediaServiceSearchProperties" ma:hidden="true" ma:internalName="MediaServiceSearchProperties" ma:readOnly="true">
      <xsd:simpleType>
        <xsd:restriction base="dms:Note"/>
      </xsd:simpleType>
    </xsd:element>
    <xsd:element name="MediaServiceLocation" ma:index="22"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b0a827fa-27a2-4478-95c6-f5ae24efc15e"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55bad646-8907-4ff3-9fce-7907f18f03fa}" ma:internalName="TaxCatchAll" ma:showField="CatchAllData" ma:web="b0a827fa-27a2-4478-95c6-f5ae24efc15e">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TaxCatchAll xmlns="b0a827fa-27a2-4478-95c6-f5ae24efc15e" xsi:nil="true"/>
    <lcf76f155ced4ddcb4097134ff3c332f xmlns="c07176e9-1a7d-4a95-bc91-0fc8ab704018">
      <Terms xmlns="http://schemas.microsoft.com/office/infopath/2007/PartnerControls"/>
    </lcf76f155ced4ddcb4097134ff3c332f>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EAD6CCB-FF45-448F-BEF8-B6A28FB7903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7176e9-1a7d-4a95-bc91-0fc8ab704018"/>
    <ds:schemaRef ds:uri="b0a827fa-27a2-4478-95c6-f5ae24efc15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F4B194E-8B30-4377-8C59-ECFB902D2A26}">
  <ds:schemaRefs>
    <ds:schemaRef ds:uri="http://schemas.openxmlformats.org/package/2006/metadata/core-properties"/>
    <ds:schemaRef ds:uri="http://schemas.microsoft.com/office/2006/metadata/properties"/>
    <ds:schemaRef ds:uri="b0a827fa-27a2-4478-95c6-f5ae24efc15e"/>
    <ds:schemaRef ds:uri="http://www.w3.org/XML/1998/namespace"/>
    <ds:schemaRef ds:uri="http://purl.org/dc/elements/1.1/"/>
    <ds:schemaRef ds:uri="http://schemas.microsoft.com/office/2006/documentManagement/types"/>
    <ds:schemaRef ds:uri="http://purl.org/dc/dcmitype/"/>
    <ds:schemaRef ds:uri="http://schemas.microsoft.com/office/infopath/2007/PartnerControls"/>
    <ds:schemaRef ds:uri="c07176e9-1a7d-4a95-bc91-0fc8ab704018"/>
    <ds:schemaRef ds:uri="http://purl.org/dc/terms/"/>
  </ds:schemaRefs>
</ds:datastoreItem>
</file>

<file path=customXml/itemProps3.xml><?xml version="1.0" encoding="utf-8"?>
<ds:datastoreItem xmlns:ds="http://schemas.openxmlformats.org/officeDocument/2006/customXml" ds:itemID="{C21FFAC0-05A2-416A-B06C-C248395482CF}">
  <ds:schemaRefs>
    <ds:schemaRef ds:uri="http://schemas.microsoft.com/sharepoint/v3/contenttype/forms"/>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{89B5DCBB-8534-4597-82A5-2B0ECA5E6E16}tf78853419_win32</Template>
  <TotalTime>387</TotalTime>
  <Words>2334</Words>
  <Application>Microsoft Macintosh PowerPoint</Application>
  <PresentationFormat>Widescreen</PresentationFormat>
  <Paragraphs>438</Paragraphs>
  <Slides>15</Slides>
  <Notes>15</Notes>
  <HiddenSlides>8</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15</vt:i4>
      </vt:variant>
    </vt:vector>
  </HeadingPairs>
  <TitlesOfParts>
    <vt:vector size="22" baseType="lpstr">
      <vt:lpstr>Aptos</vt:lpstr>
      <vt:lpstr>Arial</vt:lpstr>
      <vt:lpstr>Calibri</vt:lpstr>
      <vt:lpstr>Eras Bold ITC</vt:lpstr>
      <vt:lpstr>Franklin Gothic Book</vt:lpstr>
      <vt:lpstr>Franklin Gothic Demi</vt:lpstr>
      <vt:lpstr>Custom</vt:lpstr>
      <vt:lpstr>Flag Maker</vt:lpstr>
      <vt:lpstr>Flag Maker Activity</vt:lpstr>
      <vt:lpstr>Flag Maker Activity</vt:lpstr>
      <vt:lpstr>Scenario 1: A Single Processor</vt:lpstr>
      <vt:lpstr>Scenario 1:  Record your Times on the Whiteboard!</vt:lpstr>
      <vt:lpstr>Scenario 1: A Single Processor Let’s Talk About It</vt:lpstr>
      <vt:lpstr>Scenario 2: Two Processors Collaborating</vt:lpstr>
      <vt:lpstr>Scenario 2:  Record your Times on the Whiteboard!</vt:lpstr>
      <vt:lpstr>Scenario 2: Two Processors Collaborating Let’s Talk About It</vt:lpstr>
      <vt:lpstr>Scenario 3: Four Processors Collaborating</vt:lpstr>
      <vt:lpstr>Scenario 3:  Record your Times on the Whiteboard!</vt:lpstr>
      <vt:lpstr>Scenario 3: Four Processors Collaborating Let’s Talk About It</vt:lpstr>
      <vt:lpstr>Scenario 4: Four Processors Collaborating a Different Way (Column Assignments)</vt:lpstr>
      <vt:lpstr>Scenario 4:  Record your Times on the Whiteboard!</vt:lpstr>
      <vt:lpstr>Scenario 4: Four Processors Collaborating a Different Way (Column Assignments) Let’s Talk About It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Crockett, April</dc:creator>
  <cp:lastModifiedBy>David Bunde</cp:lastModifiedBy>
  <cp:revision>12</cp:revision>
  <cp:lastPrinted>2026-07-29T21:07:30Z</cp:lastPrinted>
  <dcterms:created xsi:type="dcterms:W3CDTF">2024-10-26T14:49:03Z</dcterms:created>
  <dcterms:modified xsi:type="dcterms:W3CDTF">2026-07-29T21:07:36Z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0x0101001101684D946A4F4596819EB36909023F</vt:lpwstr>
  </property>
  <property fmtid="{D5CDD505-2E9C-101B-9397-08002B2CF9AE}" pid="3" name="MediaServiceImageTags">
    <vt:lpwstr/>
  </property>
</Properties>
</file>