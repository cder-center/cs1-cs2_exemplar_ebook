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73" r:id="rId3"/>
    <p:sldId id="274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84"/>
  </p:normalViewPr>
  <p:slideViewPr>
    <p:cSldViewPr snapToGrid="0">
      <p:cViewPr varScale="1">
        <p:scale>
          <a:sx n="114" d="100"/>
          <a:sy n="114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6BADF-1810-4094-B4E6-0A29912C4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9FE78-8938-6396-995A-972DA9643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F4F4-E759-4BB3-7119-F44901EE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31827-D419-2539-FA18-074317F4C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6E49D-B1C5-57AB-74FE-B0A33044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7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8E83-DC74-DBAC-8AEB-55742CDF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99624-3538-BAE5-68CB-9769DCA4C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323EB-1C8C-94E9-49A0-DCA0E09F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8F756-5983-5EEC-FB4C-EE7CF6C9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C3FF1-5278-479F-0B50-E60AF6F2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5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879B-E97F-0C38-0D0A-903321A7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692DB-7B36-3466-8FA1-829AE1385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54CE-8CE6-D1D4-3E93-8F574379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DF46-2ACA-4251-CECE-6B66F7B2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DD29-7341-7456-6447-38672C99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65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77DC-27F3-3EB2-72DA-4C5A7AC1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E82A0-C015-7FE8-3E20-F329E38B7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73F28-509A-35BA-1FED-C57C9BFE2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1910F-A3D3-C226-53C3-FC4C9E99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38FDF-8641-34BF-5170-982458D9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3254-FB12-99D1-DD96-456926FF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BF24-272C-9AF5-B7C2-7BBB06B59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99295-D24B-BC2B-F23F-79FD4FF97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93D0B-F54A-6EA5-B7B6-59C29915E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1068AD-EFFF-409F-1936-69DB575EF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9CB2F-B8BB-5FDB-93B2-1A4A6F2B2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20684-6A1B-2DA3-227D-0EA47BA1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A35AE8-5BD8-5A98-C7B8-0724486E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551F66-D46C-5244-CF8D-5E804D00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01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1CD2-455F-D9BD-D290-AFD76F68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54CCE-2783-AB85-D32B-EA4F6E4F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33107-4786-A870-EF46-58D4001B4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F60CA-982D-C404-4D98-114877E2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32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0DADB4-081F-1127-27BF-7CB98AD5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EADDA-97C7-9FF8-97DB-EDF1CBF71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1853E-8E9D-145A-01B1-92E06420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3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AF18A-CE57-A294-0696-2F0B56F0E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76A9-7CD2-C83F-26A7-B921DDB4B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308F4-68B0-DE7A-7FA7-CD9A47EC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D50ED-EDE1-9948-B1D3-C195BD88E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91CC5-B5B0-91B8-4EDD-EF1147813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C879F-40F3-1F3B-4A5D-29285B59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8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417F-A49D-5CDA-08F8-AB975697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084E4F-587E-705C-79C6-380139E96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CC7E0-12DF-4F0B-076D-09C24ED83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71CC1-0CDC-E09F-9AD2-3AD93A4C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A8C83-3999-2816-42A8-587B1EB6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ED562-2966-EE7E-516E-F2730C97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0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285C-E3EC-C9D8-8444-4B3F22C96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E2FFB-18FA-883A-1E4D-D03EE72DB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B5A65-B25D-573B-1263-950E71BB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94BA4-0F7A-BA63-18C6-375C32CE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E87F5-C3C3-AC9B-3C4D-04E936E8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5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A2013-AAC8-48CD-2413-D5A21440C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4519A-066B-D8DD-A84C-DDF1ACFE1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E9073-E060-3325-850D-6C2B22D5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6784C-E54E-ECF4-EF1A-9B935C4E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2753F-6587-E8C4-5EB2-17F69295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44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8D8C59-185E-5388-2529-626F07C5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8E7EA-31DA-D93D-0AFE-65DDBA60D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E5C71-D911-EEB5-7765-1DCD0E511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8C50C-A0D4-424E-9E2C-0F55C21D6F8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1AD76-E2E1-12DF-1564-D65B39C75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E3830-7F64-78EB-8873-576F6336A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083BA-FCA5-2C41-A815-DDB907D47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Heat diffusion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88323-E167-C247-BFF6-2F5A97BAAD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diffusion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2D array of cells, each with temperature</a:t>
            </a:r>
          </a:p>
          <a:p>
            <a:r>
              <a:rPr lang="en-US" dirty="0"/>
              <a:t>Updates in time steps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T</a:t>
            </a:r>
            <a:r>
              <a:rPr lang="en-US" baseline="-25000" dirty="0" err="1"/>
              <a:t>new</a:t>
            </a:r>
            <a:r>
              <a:rPr lang="en-US" dirty="0"/>
              <a:t> = weighted </a:t>
            </a:r>
            <a:r>
              <a:rPr lang="en-US" dirty="0" err="1"/>
              <a:t>ave</a:t>
            </a:r>
            <a:r>
              <a:rPr lang="en-US" dirty="0"/>
              <a:t>. of T</a:t>
            </a:r>
            <a:r>
              <a:rPr lang="en-US" baseline="-25000" dirty="0"/>
              <a:t>old</a:t>
            </a:r>
            <a:r>
              <a:rPr lang="en-US" dirty="0"/>
              <a:t> and neighboring temps</a:t>
            </a:r>
          </a:p>
        </p:txBody>
      </p:sp>
      <p:pic>
        <p:nvPicPr>
          <p:cNvPr id="4" name="Picture 3" descr="cells0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964176" y="3583017"/>
            <a:ext cx="2266950" cy="2827845"/>
          </a:xfrm>
          <a:prstGeom prst="rect">
            <a:avLst/>
          </a:prstGeom>
        </p:spPr>
      </p:pic>
      <p:pic>
        <p:nvPicPr>
          <p:cNvPr id="5" name="Picture 4" descr="cells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6900530" y="3583018"/>
            <a:ext cx="2266950" cy="282784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5772804" y="4852948"/>
            <a:ext cx="740894" cy="332601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</a:t>
            </a:r>
          </a:p>
        </p:txBody>
      </p:sp>
      <p:pic>
        <p:nvPicPr>
          <p:cNvPr id="8" name="Picture 7" descr="screenshot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400976" y="1417638"/>
            <a:ext cx="7399740" cy="42801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839969"/>
          </a:xfrm>
        </p:spPr>
        <p:txBody>
          <a:bodyPr>
            <a:normAutofit/>
          </a:bodyPr>
          <a:lstStyle/>
          <a:p>
            <a:r>
              <a:rPr lang="en-US" dirty="0"/>
              <a:t>Start with working serial application</a:t>
            </a:r>
          </a:p>
          <a:p>
            <a:r>
              <a:rPr lang="en-US" dirty="0"/>
              <a:t>Parallelize the main loop that makes updates:</a:t>
            </a:r>
          </a:p>
          <a:p>
            <a:pPr lvl="1">
              <a:buNone/>
            </a:pPr>
            <a:r>
              <a:rPr lang="en-US" dirty="0"/>
              <a:t>for (int y=0; y&lt;Y; y++)</a:t>
            </a:r>
          </a:p>
          <a:p>
            <a:pPr lvl="1">
              <a:buNone/>
            </a:pPr>
            <a:r>
              <a:rPr lang="en-US" dirty="0"/>
              <a:t>     for (int x=0; x&lt;X; x++)</a:t>
            </a:r>
          </a:p>
          <a:p>
            <a:pPr lvl="1">
              <a:buNone/>
            </a:pPr>
            <a:r>
              <a:rPr lang="en-US" dirty="0"/>
              <a:t>			 ...</a:t>
            </a:r>
          </a:p>
          <a:p>
            <a:pPr marL="457200" lvl="1" indent="0">
              <a:buNone/>
            </a:pPr>
            <a:r>
              <a:rPr lang="en-US" dirty="0"/>
              <a:t>Just split the iterations of the y loop</a:t>
            </a:r>
          </a:p>
          <a:p>
            <a:r>
              <a:rPr lang="en-US" dirty="0"/>
              <a:t>Animation will be faster and it will report a </a:t>
            </a:r>
            <a:r>
              <a:rPr lang="en-US"/>
              <a:t>faster time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Heat diffusion simulation</vt:lpstr>
      <vt:lpstr>Heat diffusion</vt:lpstr>
      <vt:lpstr>Screenshot</vt:lpstr>
      <vt:lpstr>Project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Bunde</dc:creator>
  <cp:lastModifiedBy>David Bunde</cp:lastModifiedBy>
  <cp:revision>1</cp:revision>
  <dcterms:created xsi:type="dcterms:W3CDTF">2025-07-10T17:37:40Z</dcterms:created>
  <dcterms:modified xsi:type="dcterms:W3CDTF">2025-07-10T17:42:23Z</dcterms:modified>
</cp:coreProperties>
</file>